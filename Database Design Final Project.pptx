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Cormorant SC"/>
      <p:regular r:id="rId13"/>
      <p:bold r:id="rId14"/>
    </p:embeddedFont>
    <p:embeddedFont>
      <p:font typeface="Padauk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CormorantSC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adauk-bold.fntdata"/><Relationship Id="rId14" Type="http://schemas.openxmlformats.org/officeDocument/2006/relationships/font" Target="fonts/CormorantSC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0865c373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e0865c373b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0865c373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e0865c373b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0865c373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e0865c373b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0865c373b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e0865c373b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0865c373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e0865c373b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5797900" y="3837288"/>
            <a:ext cx="111372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6315400" y="7089450"/>
            <a:ext cx="10102200" cy="9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grpSp>
        <p:nvGrpSpPr>
          <p:cNvPr id="12" name="Google Shape;12;p3"/>
          <p:cNvGrpSpPr/>
          <p:nvPr/>
        </p:nvGrpSpPr>
        <p:grpSpPr>
          <a:xfrm>
            <a:off x="879358" y="8821563"/>
            <a:ext cx="16503437" cy="964003"/>
            <a:chOff x="0" y="0"/>
            <a:chExt cx="22004582" cy="1285337"/>
          </a:xfrm>
        </p:grpSpPr>
        <p:cxnSp>
          <p:nvCxnSpPr>
            <p:cNvPr id="13" name="Google Shape;13;p3"/>
            <p:cNvCxnSpPr/>
            <p:nvPr/>
          </p:nvCxnSpPr>
          <p:spPr>
            <a:xfrm>
              <a:off x="15402482" y="556916"/>
              <a:ext cx="6602100" cy="0"/>
            </a:xfrm>
            <a:prstGeom prst="straightConnector1">
              <a:avLst/>
            </a:prstGeom>
            <a:noFill/>
            <a:ln cap="rnd" cmpd="sng" w="50800">
              <a:solidFill>
                <a:srgbClr val="EDC25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" name="Google Shape;14;p3"/>
            <p:cNvSpPr/>
            <p:nvPr/>
          </p:nvSpPr>
          <p:spPr>
            <a:xfrm rot="10800000">
              <a:off x="9064638" y="0"/>
              <a:ext cx="3909769" cy="1285337"/>
            </a:xfrm>
            <a:custGeom>
              <a:rect b="b" l="l" r="r" t="t"/>
              <a:pathLst>
                <a:path extrusionOk="0" h="1285337" w="3909769">
                  <a:moveTo>
                    <a:pt x="0" y="0"/>
                  </a:moveTo>
                  <a:lnTo>
                    <a:pt x="3909769" y="0"/>
                  </a:lnTo>
                  <a:lnTo>
                    <a:pt x="3909769" y="1285337"/>
                  </a:lnTo>
                  <a:lnTo>
                    <a:pt x="0" y="12853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5" name="Google Shape;15;p3"/>
            <p:cNvCxnSpPr/>
            <p:nvPr/>
          </p:nvCxnSpPr>
          <p:spPr>
            <a:xfrm>
              <a:off x="0" y="556916"/>
              <a:ext cx="6602100" cy="0"/>
            </a:xfrm>
            <a:prstGeom prst="straightConnector1">
              <a:avLst/>
            </a:prstGeom>
            <a:noFill/>
            <a:ln cap="rnd" cmpd="sng" w="50800">
              <a:solidFill>
                <a:srgbClr val="EDC2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" name="Google Shape;16;p3"/>
          <p:cNvGrpSpPr/>
          <p:nvPr/>
        </p:nvGrpSpPr>
        <p:grpSpPr>
          <a:xfrm>
            <a:off x="-1367512" y="4181622"/>
            <a:ext cx="5587142" cy="2907822"/>
            <a:chOff x="0" y="-47625"/>
            <a:chExt cx="1471501" cy="1430100"/>
          </a:xfrm>
        </p:grpSpPr>
        <p:sp>
          <p:nvSpPr>
            <p:cNvPr id="17" name="Google Shape;17;p3"/>
            <p:cNvSpPr/>
            <p:nvPr/>
          </p:nvSpPr>
          <p:spPr>
            <a:xfrm>
              <a:off x="0" y="0"/>
              <a:ext cx="1471501" cy="1382373"/>
            </a:xfrm>
            <a:custGeom>
              <a:rect b="b" l="l" r="r" t="t"/>
              <a:pathLst>
                <a:path extrusionOk="0" h="1382373" w="1471501">
                  <a:moveTo>
                    <a:pt x="20785" y="0"/>
                  </a:moveTo>
                  <a:lnTo>
                    <a:pt x="1450716" y="0"/>
                  </a:lnTo>
                  <a:cubicBezTo>
                    <a:pt x="1456228" y="0"/>
                    <a:pt x="1461515" y="2190"/>
                    <a:pt x="1465413" y="6088"/>
                  </a:cubicBezTo>
                  <a:cubicBezTo>
                    <a:pt x="1469311" y="9986"/>
                    <a:pt x="1471501" y="15273"/>
                    <a:pt x="1471501" y="20785"/>
                  </a:cubicBezTo>
                  <a:lnTo>
                    <a:pt x="1471501" y="1361588"/>
                  </a:lnTo>
                  <a:cubicBezTo>
                    <a:pt x="1471501" y="1367101"/>
                    <a:pt x="1469311" y="1372388"/>
                    <a:pt x="1465413" y="1376286"/>
                  </a:cubicBezTo>
                  <a:cubicBezTo>
                    <a:pt x="1461515" y="1380184"/>
                    <a:pt x="1456228" y="1382373"/>
                    <a:pt x="1450716" y="1382373"/>
                  </a:cubicBezTo>
                  <a:lnTo>
                    <a:pt x="20785" y="1382373"/>
                  </a:lnTo>
                  <a:cubicBezTo>
                    <a:pt x="15273" y="1382373"/>
                    <a:pt x="9986" y="1380184"/>
                    <a:pt x="6088" y="1376286"/>
                  </a:cubicBezTo>
                  <a:cubicBezTo>
                    <a:pt x="2190" y="1372388"/>
                    <a:pt x="0" y="1367101"/>
                    <a:pt x="0" y="1361588"/>
                  </a:cubicBezTo>
                  <a:lnTo>
                    <a:pt x="0" y="20785"/>
                  </a:lnTo>
                  <a:cubicBezTo>
                    <a:pt x="0" y="15273"/>
                    <a:pt x="2190" y="9986"/>
                    <a:pt x="6088" y="6088"/>
                  </a:cubicBezTo>
                  <a:cubicBezTo>
                    <a:pt x="9986" y="2190"/>
                    <a:pt x="15273" y="0"/>
                    <a:pt x="20785" y="0"/>
                  </a:cubicBezTo>
                  <a:close/>
                </a:path>
              </a:pathLst>
            </a:custGeom>
            <a:solidFill>
              <a:srgbClr val="8905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3"/>
            <p:cNvSpPr txBox="1"/>
            <p:nvPr/>
          </p:nvSpPr>
          <p:spPr>
            <a:xfrm>
              <a:off x="0" y="-47625"/>
              <a:ext cx="1471500" cy="14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9;p3"/>
          <p:cNvGrpSpPr/>
          <p:nvPr/>
        </p:nvGrpSpPr>
        <p:grpSpPr>
          <a:xfrm>
            <a:off x="16762887" y="263109"/>
            <a:ext cx="2170611" cy="2109541"/>
            <a:chOff x="0" y="-47625"/>
            <a:chExt cx="1471501" cy="1430100"/>
          </a:xfrm>
        </p:grpSpPr>
        <p:sp>
          <p:nvSpPr>
            <p:cNvPr id="20" name="Google Shape;20;p3"/>
            <p:cNvSpPr/>
            <p:nvPr/>
          </p:nvSpPr>
          <p:spPr>
            <a:xfrm>
              <a:off x="0" y="0"/>
              <a:ext cx="1471501" cy="1382373"/>
            </a:xfrm>
            <a:custGeom>
              <a:rect b="b" l="l" r="r" t="t"/>
              <a:pathLst>
                <a:path extrusionOk="0" h="1382373" w="1471501">
                  <a:moveTo>
                    <a:pt x="53500" y="0"/>
                  </a:moveTo>
                  <a:lnTo>
                    <a:pt x="1418001" y="0"/>
                  </a:lnTo>
                  <a:cubicBezTo>
                    <a:pt x="1432190" y="0"/>
                    <a:pt x="1445798" y="5637"/>
                    <a:pt x="1455831" y="15670"/>
                  </a:cubicBezTo>
                  <a:cubicBezTo>
                    <a:pt x="1465864" y="25703"/>
                    <a:pt x="1471501" y="39311"/>
                    <a:pt x="1471501" y="53500"/>
                  </a:cubicBezTo>
                  <a:lnTo>
                    <a:pt x="1471501" y="1328874"/>
                  </a:lnTo>
                  <a:cubicBezTo>
                    <a:pt x="1471501" y="1358421"/>
                    <a:pt x="1447548" y="1382373"/>
                    <a:pt x="1418001" y="1382373"/>
                  </a:cubicBezTo>
                  <a:lnTo>
                    <a:pt x="53500" y="1382373"/>
                  </a:lnTo>
                  <a:cubicBezTo>
                    <a:pt x="23953" y="1382373"/>
                    <a:pt x="0" y="1358421"/>
                    <a:pt x="0" y="1328874"/>
                  </a:cubicBezTo>
                  <a:lnTo>
                    <a:pt x="0" y="53500"/>
                  </a:lnTo>
                  <a:cubicBezTo>
                    <a:pt x="0" y="23953"/>
                    <a:pt x="23953" y="0"/>
                    <a:pt x="53500" y="0"/>
                  </a:cubicBezTo>
                  <a:close/>
                </a:path>
              </a:pathLst>
            </a:custGeom>
            <a:solidFill>
              <a:srgbClr val="EDC2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 txBox="1"/>
            <p:nvPr/>
          </p:nvSpPr>
          <p:spPr>
            <a:xfrm>
              <a:off x="0" y="-47625"/>
              <a:ext cx="1471500" cy="14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" name="Google Shape;22;p3"/>
          <p:cNvGrpSpPr/>
          <p:nvPr/>
        </p:nvGrpSpPr>
        <p:grpSpPr>
          <a:xfrm>
            <a:off x="15228404" y="263090"/>
            <a:ext cx="5239555" cy="1146372"/>
            <a:chOff x="0" y="-47625"/>
            <a:chExt cx="3552000" cy="777149"/>
          </a:xfrm>
        </p:grpSpPr>
        <p:sp>
          <p:nvSpPr>
            <p:cNvPr id="23" name="Google Shape;23;p3"/>
            <p:cNvSpPr/>
            <p:nvPr/>
          </p:nvSpPr>
          <p:spPr>
            <a:xfrm>
              <a:off x="0" y="0"/>
              <a:ext cx="3551852" cy="729524"/>
            </a:xfrm>
            <a:custGeom>
              <a:rect b="b" l="l" r="r" t="t"/>
              <a:pathLst>
                <a:path extrusionOk="0" h="729524" w="3551852">
                  <a:moveTo>
                    <a:pt x="22165" y="0"/>
                  </a:moveTo>
                  <a:lnTo>
                    <a:pt x="3529687" y="0"/>
                  </a:lnTo>
                  <a:cubicBezTo>
                    <a:pt x="3541928" y="0"/>
                    <a:pt x="3551852" y="9923"/>
                    <a:pt x="3551852" y="22165"/>
                  </a:cubicBezTo>
                  <a:lnTo>
                    <a:pt x="3551852" y="707359"/>
                  </a:lnTo>
                  <a:cubicBezTo>
                    <a:pt x="3551852" y="719601"/>
                    <a:pt x="3541928" y="729524"/>
                    <a:pt x="3529687" y="729524"/>
                  </a:cubicBezTo>
                  <a:lnTo>
                    <a:pt x="22165" y="729524"/>
                  </a:lnTo>
                  <a:cubicBezTo>
                    <a:pt x="9923" y="729524"/>
                    <a:pt x="0" y="719601"/>
                    <a:pt x="0" y="707359"/>
                  </a:cubicBezTo>
                  <a:lnTo>
                    <a:pt x="0" y="22165"/>
                  </a:lnTo>
                  <a:cubicBezTo>
                    <a:pt x="0" y="9923"/>
                    <a:pt x="9923" y="0"/>
                    <a:pt x="2216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EDC25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 txBox="1"/>
            <p:nvPr/>
          </p:nvSpPr>
          <p:spPr>
            <a:xfrm>
              <a:off x="0" y="-47625"/>
              <a:ext cx="3552000" cy="7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" name="Google Shape;25;p3"/>
          <p:cNvGrpSpPr/>
          <p:nvPr/>
        </p:nvGrpSpPr>
        <p:grpSpPr>
          <a:xfrm>
            <a:off x="4845567" y="-319581"/>
            <a:ext cx="952325" cy="1724982"/>
            <a:chOff x="0" y="-47625"/>
            <a:chExt cx="645600" cy="1169400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645586" cy="1121680"/>
            </a:xfrm>
            <a:custGeom>
              <a:rect b="b" l="l" r="r" t="t"/>
              <a:pathLst>
                <a:path extrusionOk="0" h="1121680" w="645586">
                  <a:moveTo>
                    <a:pt x="121944" y="0"/>
                  </a:moveTo>
                  <a:lnTo>
                    <a:pt x="523643" y="0"/>
                  </a:lnTo>
                  <a:cubicBezTo>
                    <a:pt x="555984" y="0"/>
                    <a:pt x="587001" y="12848"/>
                    <a:pt x="609870" y="35716"/>
                  </a:cubicBezTo>
                  <a:cubicBezTo>
                    <a:pt x="632739" y="58585"/>
                    <a:pt x="645586" y="89602"/>
                    <a:pt x="645586" y="121944"/>
                  </a:cubicBezTo>
                  <a:lnTo>
                    <a:pt x="645586" y="999737"/>
                  </a:lnTo>
                  <a:cubicBezTo>
                    <a:pt x="645586" y="1032078"/>
                    <a:pt x="632739" y="1063095"/>
                    <a:pt x="609870" y="1085964"/>
                  </a:cubicBezTo>
                  <a:cubicBezTo>
                    <a:pt x="587001" y="1108833"/>
                    <a:pt x="555984" y="1121680"/>
                    <a:pt x="523643" y="1121680"/>
                  </a:cubicBezTo>
                  <a:lnTo>
                    <a:pt x="121944" y="1121680"/>
                  </a:lnTo>
                  <a:cubicBezTo>
                    <a:pt x="89602" y="1121680"/>
                    <a:pt x="58585" y="1108833"/>
                    <a:pt x="35716" y="1085964"/>
                  </a:cubicBezTo>
                  <a:cubicBezTo>
                    <a:pt x="12848" y="1063095"/>
                    <a:pt x="0" y="1032078"/>
                    <a:pt x="0" y="999737"/>
                  </a:cubicBezTo>
                  <a:lnTo>
                    <a:pt x="0" y="121944"/>
                  </a:lnTo>
                  <a:cubicBezTo>
                    <a:pt x="0" y="89602"/>
                    <a:pt x="12848" y="58585"/>
                    <a:pt x="35716" y="35716"/>
                  </a:cubicBezTo>
                  <a:cubicBezTo>
                    <a:pt x="58585" y="12848"/>
                    <a:pt x="89602" y="0"/>
                    <a:pt x="12194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 txBox="1"/>
            <p:nvPr/>
          </p:nvSpPr>
          <p:spPr>
            <a:xfrm>
              <a:off x="0" y="-47625"/>
              <a:ext cx="645600" cy="11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>
            <a:off x="3503497" y="437907"/>
            <a:ext cx="1987845" cy="1934741"/>
            <a:chOff x="0" y="-47625"/>
            <a:chExt cx="1347600" cy="1311600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1347526" cy="1263906"/>
            </a:xfrm>
            <a:custGeom>
              <a:rect b="b" l="l" r="r" t="t"/>
              <a:pathLst>
                <a:path extrusionOk="0" h="1263906" w="1347526">
                  <a:moveTo>
                    <a:pt x="58422" y="0"/>
                  </a:moveTo>
                  <a:lnTo>
                    <a:pt x="1289104" y="0"/>
                  </a:lnTo>
                  <a:cubicBezTo>
                    <a:pt x="1321369" y="0"/>
                    <a:pt x="1347526" y="26156"/>
                    <a:pt x="1347526" y="58422"/>
                  </a:cubicBezTo>
                  <a:lnTo>
                    <a:pt x="1347526" y="1205484"/>
                  </a:lnTo>
                  <a:cubicBezTo>
                    <a:pt x="1347526" y="1237750"/>
                    <a:pt x="1321369" y="1263906"/>
                    <a:pt x="1289104" y="1263906"/>
                  </a:cubicBezTo>
                  <a:lnTo>
                    <a:pt x="58422" y="1263906"/>
                  </a:lnTo>
                  <a:cubicBezTo>
                    <a:pt x="26156" y="1263906"/>
                    <a:pt x="0" y="1237750"/>
                    <a:pt x="0" y="1205484"/>
                  </a:cubicBezTo>
                  <a:lnTo>
                    <a:pt x="0" y="58422"/>
                  </a:lnTo>
                  <a:cubicBezTo>
                    <a:pt x="0" y="26156"/>
                    <a:pt x="26156" y="0"/>
                    <a:pt x="5842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 txBox="1"/>
            <p:nvPr/>
          </p:nvSpPr>
          <p:spPr>
            <a:xfrm>
              <a:off x="0" y="-47625"/>
              <a:ext cx="1347600" cy="13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4"/>
          <p:cNvGrpSpPr/>
          <p:nvPr/>
        </p:nvGrpSpPr>
        <p:grpSpPr>
          <a:xfrm>
            <a:off x="-498225" y="3565399"/>
            <a:ext cx="19287202" cy="4859812"/>
            <a:chOff x="0" y="-47625"/>
            <a:chExt cx="16171042" cy="4906918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16171042" cy="4859293"/>
            </a:xfrm>
            <a:custGeom>
              <a:rect b="b" l="l" r="r" t="t"/>
              <a:pathLst>
                <a:path extrusionOk="0" h="4859293" w="16171042">
                  <a:moveTo>
                    <a:pt x="6021" y="0"/>
                  </a:moveTo>
                  <a:lnTo>
                    <a:pt x="16165021" y="0"/>
                  </a:lnTo>
                  <a:cubicBezTo>
                    <a:pt x="16168346" y="0"/>
                    <a:pt x="16171042" y="2696"/>
                    <a:pt x="16171042" y="6021"/>
                  </a:cubicBezTo>
                  <a:lnTo>
                    <a:pt x="16171042" y="4853272"/>
                  </a:lnTo>
                  <a:cubicBezTo>
                    <a:pt x="16171042" y="4856598"/>
                    <a:pt x="16168346" y="4859293"/>
                    <a:pt x="16165021" y="4859293"/>
                  </a:cubicBezTo>
                  <a:lnTo>
                    <a:pt x="6021" y="4859293"/>
                  </a:lnTo>
                  <a:cubicBezTo>
                    <a:pt x="2696" y="4859293"/>
                    <a:pt x="0" y="4856598"/>
                    <a:pt x="0" y="4853272"/>
                  </a:cubicBezTo>
                  <a:lnTo>
                    <a:pt x="0" y="6021"/>
                  </a:lnTo>
                  <a:cubicBezTo>
                    <a:pt x="0" y="2696"/>
                    <a:pt x="2696" y="0"/>
                    <a:pt x="6021" y="0"/>
                  </a:cubicBezTo>
                  <a:close/>
                </a:path>
              </a:pathLst>
            </a:custGeom>
            <a:solidFill>
              <a:srgbClr val="8905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 txBox="1"/>
            <p:nvPr/>
          </p:nvSpPr>
          <p:spPr>
            <a:xfrm>
              <a:off x="0" y="-47625"/>
              <a:ext cx="16170900" cy="490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1097550" y="1254025"/>
            <a:ext cx="1636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1850950" y="38226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7" name="Google Shape;37;p4"/>
          <p:cNvGrpSpPr/>
          <p:nvPr/>
        </p:nvGrpSpPr>
        <p:grpSpPr>
          <a:xfrm>
            <a:off x="879358" y="8821563"/>
            <a:ext cx="16503437" cy="964003"/>
            <a:chOff x="0" y="0"/>
            <a:chExt cx="22004582" cy="1285337"/>
          </a:xfrm>
        </p:grpSpPr>
        <p:cxnSp>
          <p:nvCxnSpPr>
            <p:cNvPr id="38" name="Google Shape;38;p4"/>
            <p:cNvCxnSpPr/>
            <p:nvPr/>
          </p:nvCxnSpPr>
          <p:spPr>
            <a:xfrm>
              <a:off x="15402482" y="556916"/>
              <a:ext cx="6602100" cy="0"/>
            </a:xfrm>
            <a:prstGeom prst="straightConnector1">
              <a:avLst/>
            </a:prstGeom>
            <a:noFill/>
            <a:ln cap="rnd" cmpd="sng" w="50800">
              <a:solidFill>
                <a:srgbClr val="EDC25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" name="Google Shape;39;p4"/>
            <p:cNvSpPr/>
            <p:nvPr/>
          </p:nvSpPr>
          <p:spPr>
            <a:xfrm rot="10800000">
              <a:off x="9064638" y="0"/>
              <a:ext cx="3909769" cy="1285337"/>
            </a:xfrm>
            <a:custGeom>
              <a:rect b="b" l="l" r="r" t="t"/>
              <a:pathLst>
                <a:path extrusionOk="0" h="1285337" w="3909769">
                  <a:moveTo>
                    <a:pt x="0" y="0"/>
                  </a:moveTo>
                  <a:lnTo>
                    <a:pt x="3909769" y="0"/>
                  </a:lnTo>
                  <a:lnTo>
                    <a:pt x="3909769" y="1285337"/>
                  </a:lnTo>
                  <a:lnTo>
                    <a:pt x="0" y="12853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40" name="Google Shape;40;p4"/>
            <p:cNvCxnSpPr/>
            <p:nvPr/>
          </p:nvCxnSpPr>
          <p:spPr>
            <a:xfrm>
              <a:off x="0" y="556916"/>
              <a:ext cx="6602100" cy="0"/>
            </a:xfrm>
            <a:prstGeom prst="straightConnector1">
              <a:avLst/>
            </a:prstGeom>
            <a:noFill/>
            <a:ln cap="rnd" cmpd="sng" w="50800">
              <a:solidFill>
                <a:srgbClr val="EDC2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5"/>
          <p:cNvGrpSpPr/>
          <p:nvPr/>
        </p:nvGrpSpPr>
        <p:grpSpPr>
          <a:xfrm>
            <a:off x="-202325" y="3358777"/>
            <a:ext cx="15020641" cy="4921260"/>
            <a:chOff x="0" y="-47625"/>
            <a:chExt cx="1471501" cy="1430100"/>
          </a:xfrm>
        </p:grpSpPr>
        <p:sp>
          <p:nvSpPr>
            <p:cNvPr id="43" name="Google Shape;43;p5"/>
            <p:cNvSpPr/>
            <p:nvPr/>
          </p:nvSpPr>
          <p:spPr>
            <a:xfrm>
              <a:off x="0" y="0"/>
              <a:ext cx="1471501" cy="1382373"/>
            </a:xfrm>
            <a:custGeom>
              <a:rect b="b" l="l" r="r" t="t"/>
              <a:pathLst>
                <a:path extrusionOk="0" h="1382373" w="1471501">
                  <a:moveTo>
                    <a:pt x="20785" y="0"/>
                  </a:moveTo>
                  <a:lnTo>
                    <a:pt x="1450716" y="0"/>
                  </a:lnTo>
                  <a:cubicBezTo>
                    <a:pt x="1456228" y="0"/>
                    <a:pt x="1461515" y="2190"/>
                    <a:pt x="1465413" y="6088"/>
                  </a:cubicBezTo>
                  <a:cubicBezTo>
                    <a:pt x="1469311" y="9986"/>
                    <a:pt x="1471501" y="15273"/>
                    <a:pt x="1471501" y="20785"/>
                  </a:cubicBezTo>
                  <a:lnTo>
                    <a:pt x="1471501" y="1361588"/>
                  </a:lnTo>
                  <a:cubicBezTo>
                    <a:pt x="1471501" y="1367101"/>
                    <a:pt x="1469311" y="1372388"/>
                    <a:pt x="1465413" y="1376286"/>
                  </a:cubicBezTo>
                  <a:cubicBezTo>
                    <a:pt x="1461515" y="1380184"/>
                    <a:pt x="1456228" y="1382373"/>
                    <a:pt x="1450716" y="1382373"/>
                  </a:cubicBezTo>
                  <a:lnTo>
                    <a:pt x="20785" y="1382373"/>
                  </a:lnTo>
                  <a:cubicBezTo>
                    <a:pt x="15273" y="1382373"/>
                    <a:pt x="9986" y="1380184"/>
                    <a:pt x="6088" y="1376286"/>
                  </a:cubicBezTo>
                  <a:cubicBezTo>
                    <a:pt x="2190" y="1372388"/>
                    <a:pt x="0" y="1367101"/>
                    <a:pt x="0" y="1361588"/>
                  </a:cubicBezTo>
                  <a:lnTo>
                    <a:pt x="0" y="20785"/>
                  </a:lnTo>
                  <a:cubicBezTo>
                    <a:pt x="0" y="15273"/>
                    <a:pt x="2190" y="9986"/>
                    <a:pt x="6088" y="6088"/>
                  </a:cubicBezTo>
                  <a:cubicBezTo>
                    <a:pt x="9986" y="2190"/>
                    <a:pt x="15273" y="0"/>
                    <a:pt x="20785" y="0"/>
                  </a:cubicBezTo>
                  <a:close/>
                </a:path>
              </a:pathLst>
            </a:custGeom>
            <a:solidFill>
              <a:srgbClr val="8905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5"/>
            <p:cNvSpPr txBox="1"/>
            <p:nvPr/>
          </p:nvSpPr>
          <p:spPr>
            <a:xfrm>
              <a:off x="0" y="-47625"/>
              <a:ext cx="1471500" cy="143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" name="Google Shape;45;p5"/>
          <p:cNvSpPr txBox="1"/>
          <p:nvPr>
            <p:ph type="title"/>
          </p:nvPr>
        </p:nvSpPr>
        <p:spPr>
          <a:xfrm>
            <a:off x="1539299" y="677750"/>
            <a:ext cx="15209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1343838" y="6202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5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47" name="Google Shape;47;p5"/>
          <p:cNvGrpSpPr/>
          <p:nvPr/>
        </p:nvGrpSpPr>
        <p:grpSpPr>
          <a:xfrm>
            <a:off x="879358" y="8821563"/>
            <a:ext cx="16503437" cy="964003"/>
            <a:chOff x="0" y="0"/>
            <a:chExt cx="22004582" cy="1285337"/>
          </a:xfrm>
        </p:grpSpPr>
        <p:cxnSp>
          <p:nvCxnSpPr>
            <p:cNvPr id="48" name="Google Shape;48;p5"/>
            <p:cNvCxnSpPr/>
            <p:nvPr/>
          </p:nvCxnSpPr>
          <p:spPr>
            <a:xfrm>
              <a:off x="15402482" y="556916"/>
              <a:ext cx="6602100" cy="0"/>
            </a:xfrm>
            <a:prstGeom prst="straightConnector1">
              <a:avLst/>
            </a:prstGeom>
            <a:noFill/>
            <a:ln cap="rnd" cmpd="sng" w="50800">
              <a:solidFill>
                <a:srgbClr val="EDC25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9" name="Google Shape;49;p5"/>
            <p:cNvSpPr/>
            <p:nvPr/>
          </p:nvSpPr>
          <p:spPr>
            <a:xfrm rot="10800000">
              <a:off x="9064638" y="0"/>
              <a:ext cx="3909769" cy="1285337"/>
            </a:xfrm>
            <a:custGeom>
              <a:rect b="b" l="l" r="r" t="t"/>
              <a:pathLst>
                <a:path extrusionOk="0" h="1285337" w="3909769">
                  <a:moveTo>
                    <a:pt x="0" y="0"/>
                  </a:moveTo>
                  <a:lnTo>
                    <a:pt x="3909769" y="0"/>
                  </a:lnTo>
                  <a:lnTo>
                    <a:pt x="3909769" y="1285337"/>
                  </a:lnTo>
                  <a:lnTo>
                    <a:pt x="0" y="12853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50" name="Google Shape;50;p5"/>
            <p:cNvCxnSpPr/>
            <p:nvPr/>
          </p:nvCxnSpPr>
          <p:spPr>
            <a:xfrm>
              <a:off x="0" y="556916"/>
              <a:ext cx="6602100" cy="0"/>
            </a:xfrm>
            <a:prstGeom prst="straightConnector1">
              <a:avLst/>
            </a:prstGeom>
            <a:noFill/>
            <a:ln cap="rnd" cmpd="sng" w="50800">
              <a:solidFill>
                <a:srgbClr val="EDC2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1" name="Google Shape;51;p5"/>
          <p:cNvGrpSpPr/>
          <p:nvPr/>
        </p:nvGrpSpPr>
        <p:grpSpPr>
          <a:xfrm>
            <a:off x="-1245873" y="5337783"/>
            <a:ext cx="1713476" cy="6357829"/>
            <a:chOff x="0" y="-47625"/>
            <a:chExt cx="1161600" cy="4310100"/>
          </a:xfrm>
        </p:grpSpPr>
        <p:sp>
          <p:nvSpPr>
            <p:cNvPr id="52" name="Google Shape;52;p5"/>
            <p:cNvSpPr/>
            <p:nvPr/>
          </p:nvSpPr>
          <p:spPr>
            <a:xfrm>
              <a:off x="0" y="0"/>
              <a:ext cx="1161570" cy="4262438"/>
            </a:xfrm>
            <a:custGeom>
              <a:rect b="b" l="l" r="r" t="t"/>
              <a:pathLst>
                <a:path extrusionOk="0" h="4262438" w="1161570">
                  <a:moveTo>
                    <a:pt x="67775" y="0"/>
                  </a:moveTo>
                  <a:lnTo>
                    <a:pt x="1093795" y="0"/>
                  </a:lnTo>
                  <a:cubicBezTo>
                    <a:pt x="1131226" y="0"/>
                    <a:pt x="1161570" y="30344"/>
                    <a:pt x="1161570" y="67775"/>
                  </a:cubicBezTo>
                  <a:lnTo>
                    <a:pt x="1161570" y="4194663"/>
                  </a:lnTo>
                  <a:cubicBezTo>
                    <a:pt x="1161570" y="4212638"/>
                    <a:pt x="1154429" y="4229877"/>
                    <a:pt x="1141719" y="4242587"/>
                  </a:cubicBezTo>
                  <a:cubicBezTo>
                    <a:pt x="1129009" y="4255297"/>
                    <a:pt x="1111770" y="4262438"/>
                    <a:pt x="1093795" y="4262438"/>
                  </a:cubicBezTo>
                  <a:lnTo>
                    <a:pt x="67775" y="4262438"/>
                  </a:lnTo>
                  <a:cubicBezTo>
                    <a:pt x="30344" y="4262438"/>
                    <a:pt x="0" y="4232094"/>
                    <a:pt x="0" y="4194663"/>
                  </a:cubicBezTo>
                  <a:lnTo>
                    <a:pt x="0" y="67775"/>
                  </a:lnTo>
                  <a:cubicBezTo>
                    <a:pt x="0" y="49800"/>
                    <a:pt x="7141" y="32561"/>
                    <a:pt x="19851" y="19851"/>
                  </a:cubicBezTo>
                  <a:cubicBezTo>
                    <a:pt x="32561" y="7141"/>
                    <a:pt x="49800" y="0"/>
                    <a:pt x="6777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EDC25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 txBox="1"/>
            <p:nvPr/>
          </p:nvSpPr>
          <p:spPr>
            <a:xfrm>
              <a:off x="0" y="-47625"/>
              <a:ext cx="1161600" cy="431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" name="Google Shape;54;p5"/>
          <p:cNvGrpSpPr/>
          <p:nvPr/>
        </p:nvGrpSpPr>
        <p:grpSpPr>
          <a:xfrm>
            <a:off x="221597" y="7412554"/>
            <a:ext cx="1122256" cy="1117481"/>
            <a:chOff x="0" y="-47625"/>
            <a:chExt cx="760800" cy="757563"/>
          </a:xfrm>
        </p:grpSpPr>
        <p:sp>
          <p:nvSpPr>
            <p:cNvPr id="55" name="Google Shape;55;p5"/>
            <p:cNvSpPr/>
            <p:nvPr/>
          </p:nvSpPr>
          <p:spPr>
            <a:xfrm>
              <a:off x="0" y="0"/>
              <a:ext cx="760783" cy="709938"/>
            </a:xfrm>
            <a:custGeom>
              <a:rect b="b" l="l" r="r" t="t"/>
              <a:pathLst>
                <a:path extrusionOk="0" h="709938" w="760783">
                  <a:moveTo>
                    <a:pt x="103479" y="0"/>
                  </a:moveTo>
                  <a:lnTo>
                    <a:pt x="657304" y="0"/>
                  </a:lnTo>
                  <a:cubicBezTo>
                    <a:pt x="684748" y="0"/>
                    <a:pt x="711069" y="10902"/>
                    <a:pt x="730475" y="30308"/>
                  </a:cubicBezTo>
                  <a:cubicBezTo>
                    <a:pt x="749881" y="49714"/>
                    <a:pt x="760783" y="76035"/>
                    <a:pt x="760783" y="103479"/>
                  </a:cubicBezTo>
                  <a:lnTo>
                    <a:pt x="760783" y="606459"/>
                  </a:lnTo>
                  <a:cubicBezTo>
                    <a:pt x="760783" y="633904"/>
                    <a:pt x="749881" y="660224"/>
                    <a:pt x="730475" y="679630"/>
                  </a:cubicBezTo>
                  <a:cubicBezTo>
                    <a:pt x="711069" y="699036"/>
                    <a:pt x="684748" y="709938"/>
                    <a:pt x="657304" y="709938"/>
                  </a:cubicBezTo>
                  <a:lnTo>
                    <a:pt x="103479" y="709938"/>
                  </a:lnTo>
                  <a:cubicBezTo>
                    <a:pt x="76035" y="709938"/>
                    <a:pt x="49714" y="699036"/>
                    <a:pt x="30308" y="679630"/>
                  </a:cubicBezTo>
                  <a:cubicBezTo>
                    <a:pt x="10902" y="660224"/>
                    <a:pt x="0" y="633904"/>
                    <a:pt x="0" y="606459"/>
                  </a:cubicBezTo>
                  <a:lnTo>
                    <a:pt x="0" y="103479"/>
                  </a:lnTo>
                  <a:cubicBezTo>
                    <a:pt x="0" y="76035"/>
                    <a:pt x="10902" y="49714"/>
                    <a:pt x="30308" y="30308"/>
                  </a:cubicBezTo>
                  <a:cubicBezTo>
                    <a:pt x="49714" y="10902"/>
                    <a:pt x="76035" y="0"/>
                    <a:pt x="1034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EDC25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5"/>
            <p:cNvSpPr txBox="1"/>
            <p:nvPr/>
          </p:nvSpPr>
          <p:spPr>
            <a:xfrm>
              <a:off x="0" y="-47625"/>
              <a:ext cx="760800" cy="7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57;p5"/>
          <p:cNvGrpSpPr/>
          <p:nvPr/>
        </p:nvGrpSpPr>
        <p:grpSpPr>
          <a:xfrm>
            <a:off x="16482117" y="-716116"/>
            <a:ext cx="575740" cy="2881988"/>
            <a:chOff x="0" y="-47625"/>
            <a:chExt cx="333956" cy="1671687"/>
          </a:xfrm>
        </p:grpSpPr>
        <p:sp>
          <p:nvSpPr>
            <p:cNvPr id="58" name="Google Shape;58;p5"/>
            <p:cNvSpPr/>
            <p:nvPr/>
          </p:nvSpPr>
          <p:spPr>
            <a:xfrm>
              <a:off x="0" y="0"/>
              <a:ext cx="333956" cy="1624062"/>
            </a:xfrm>
            <a:custGeom>
              <a:rect b="b" l="l" r="r" t="t"/>
              <a:pathLst>
                <a:path extrusionOk="0" h="1624062" w="333956">
                  <a:moveTo>
                    <a:pt x="166978" y="0"/>
                  </a:moveTo>
                  <a:lnTo>
                    <a:pt x="166978" y="0"/>
                  </a:lnTo>
                  <a:cubicBezTo>
                    <a:pt x="211263" y="0"/>
                    <a:pt x="253735" y="17592"/>
                    <a:pt x="285049" y="48907"/>
                  </a:cubicBezTo>
                  <a:cubicBezTo>
                    <a:pt x="316364" y="80221"/>
                    <a:pt x="333956" y="122693"/>
                    <a:pt x="333956" y="166978"/>
                  </a:cubicBezTo>
                  <a:lnTo>
                    <a:pt x="333956" y="1457083"/>
                  </a:lnTo>
                  <a:cubicBezTo>
                    <a:pt x="333956" y="1501369"/>
                    <a:pt x="316364" y="1543840"/>
                    <a:pt x="285049" y="1575155"/>
                  </a:cubicBezTo>
                  <a:cubicBezTo>
                    <a:pt x="253735" y="1606469"/>
                    <a:pt x="211263" y="1624062"/>
                    <a:pt x="166978" y="1624062"/>
                  </a:cubicBezTo>
                  <a:lnTo>
                    <a:pt x="166978" y="1624062"/>
                  </a:lnTo>
                  <a:cubicBezTo>
                    <a:pt x="122693" y="1624062"/>
                    <a:pt x="80221" y="1606469"/>
                    <a:pt x="48907" y="1575155"/>
                  </a:cubicBezTo>
                  <a:cubicBezTo>
                    <a:pt x="17592" y="1543840"/>
                    <a:pt x="0" y="1501369"/>
                    <a:pt x="0" y="1457083"/>
                  </a:cubicBezTo>
                  <a:lnTo>
                    <a:pt x="0" y="166978"/>
                  </a:lnTo>
                  <a:cubicBezTo>
                    <a:pt x="0" y="122693"/>
                    <a:pt x="17592" y="80221"/>
                    <a:pt x="48907" y="48907"/>
                  </a:cubicBezTo>
                  <a:cubicBezTo>
                    <a:pt x="80221" y="17592"/>
                    <a:pt x="122693" y="0"/>
                    <a:pt x="166978" y="0"/>
                  </a:cubicBezTo>
                  <a:close/>
                </a:path>
              </a:pathLst>
            </a:custGeom>
            <a:solidFill>
              <a:srgbClr val="EDC2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5"/>
            <p:cNvSpPr txBox="1"/>
            <p:nvPr/>
          </p:nvSpPr>
          <p:spPr>
            <a:xfrm>
              <a:off x="0" y="-47625"/>
              <a:ext cx="333900" cy="16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" name="Google Shape;60;p5"/>
          <p:cNvGrpSpPr/>
          <p:nvPr/>
        </p:nvGrpSpPr>
        <p:grpSpPr>
          <a:xfrm>
            <a:off x="15494116" y="6475729"/>
            <a:ext cx="1727637" cy="2345852"/>
            <a:chOff x="0" y="-47625"/>
            <a:chExt cx="1171200" cy="1590300"/>
          </a:xfrm>
        </p:grpSpPr>
        <p:sp>
          <p:nvSpPr>
            <p:cNvPr id="61" name="Google Shape;61;p5"/>
            <p:cNvSpPr/>
            <p:nvPr/>
          </p:nvSpPr>
          <p:spPr>
            <a:xfrm>
              <a:off x="0" y="0"/>
              <a:ext cx="1171100" cy="1542675"/>
            </a:xfrm>
            <a:custGeom>
              <a:rect b="b" l="l" r="r" t="t"/>
              <a:pathLst>
                <a:path extrusionOk="0" h="1542675" w="1171100">
                  <a:moveTo>
                    <a:pt x="67223" y="0"/>
                  </a:moveTo>
                  <a:lnTo>
                    <a:pt x="1103877" y="0"/>
                  </a:lnTo>
                  <a:cubicBezTo>
                    <a:pt x="1121705" y="0"/>
                    <a:pt x="1138804" y="7082"/>
                    <a:pt x="1151411" y="19689"/>
                  </a:cubicBezTo>
                  <a:cubicBezTo>
                    <a:pt x="1164018" y="32296"/>
                    <a:pt x="1171100" y="49395"/>
                    <a:pt x="1171100" y="67223"/>
                  </a:cubicBezTo>
                  <a:lnTo>
                    <a:pt x="1171100" y="1475451"/>
                  </a:lnTo>
                  <a:cubicBezTo>
                    <a:pt x="1171100" y="1493280"/>
                    <a:pt x="1164018" y="1510379"/>
                    <a:pt x="1151411" y="1522985"/>
                  </a:cubicBezTo>
                  <a:cubicBezTo>
                    <a:pt x="1138804" y="1535592"/>
                    <a:pt x="1121705" y="1542675"/>
                    <a:pt x="1103877" y="1542675"/>
                  </a:cubicBezTo>
                  <a:lnTo>
                    <a:pt x="67223" y="1542675"/>
                  </a:lnTo>
                  <a:cubicBezTo>
                    <a:pt x="49395" y="1542675"/>
                    <a:pt x="32296" y="1535592"/>
                    <a:pt x="19689" y="1522985"/>
                  </a:cubicBezTo>
                  <a:cubicBezTo>
                    <a:pt x="7082" y="1510379"/>
                    <a:pt x="0" y="1493280"/>
                    <a:pt x="0" y="1475451"/>
                  </a:cubicBezTo>
                  <a:lnTo>
                    <a:pt x="0" y="67223"/>
                  </a:lnTo>
                  <a:cubicBezTo>
                    <a:pt x="0" y="49395"/>
                    <a:pt x="7082" y="32296"/>
                    <a:pt x="19689" y="19689"/>
                  </a:cubicBezTo>
                  <a:cubicBezTo>
                    <a:pt x="32296" y="7082"/>
                    <a:pt x="49395" y="0"/>
                    <a:pt x="672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5"/>
            <p:cNvSpPr txBox="1"/>
            <p:nvPr/>
          </p:nvSpPr>
          <p:spPr>
            <a:xfrm>
              <a:off x="0" y="-47625"/>
              <a:ext cx="11712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" name="Google Shape;63;p5"/>
          <p:cNvGrpSpPr/>
          <p:nvPr/>
        </p:nvGrpSpPr>
        <p:grpSpPr>
          <a:xfrm>
            <a:off x="16732315" y="6677564"/>
            <a:ext cx="3035995" cy="1200938"/>
            <a:chOff x="0" y="-47625"/>
            <a:chExt cx="1761018" cy="696600"/>
          </a:xfrm>
        </p:grpSpPr>
        <p:sp>
          <p:nvSpPr>
            <p:cNvPr id="64" name="Google Shape;64;p5"/>
            <p:cNvSpPr/>
            <p:nvPr/>
          </p:nvSpPr>
          <p:spPr>
            <a:xfrm>
              <a:off x="0" y="0"/>
              <a:ext cx="1761018" cy="648844"/>
            </a:xfrm>
            <a:custGeom>
              <a:rect b="b" l="l" r="r" t="t"/>
              <a:pathLst>
                <a:path extrusionOk="0" h="648844" w="1761018">
                  <a:moveTo>
                    <a:pt x="38250" y="0"/>
                  </a:moveTo>
                  <a:lnTo>
                    <a:pt x="1722768" y="0"/>
                  </a:lnTo>
                  <a:cubicBezTo>
                    <a:pt x="1732913" y="0"/>
                    <a:pt x="1742642" y="4030"/>
                    <a:pt x="1749815" y="11203"/>
                  </a:cubicBezTo>
                  <a:cubicBezTo>
                    <a:pt x="1756988" y="18377"/>
                    <a:pt x="1761018" y="28106"/>
                    <a:pt x="1761018" y="38250"/>
                  </a:cubicBezTo>
                  <a:lnTo>
                    <a:pt x="1761018" y="610594"/>
                  </a:lnTo>
                  <a:cubicBezTo>
                    <a:pt x="1761018" y="620738"/>
                    <a:pt x="1756988" y="630467"/>
                    <a:pt x="1749815" y="637641"/>
                  </a:cubicBezTo>
                  <a:cubicBezTo>
                    <a:pt x="1742642" y="644814"/>
                    <a:pt x="1732913" y="648844"/>
                    <a:pt x="1722768" y="648844"/>
                  </a:cubicBezTo>
                  <a:lnTo>
                    <a:pt x="38250" y="648844"/>
                  </a:lnTo>
                  <a:cubicBezTo>
                    <a:pt x="28106" y="648844"/>
                    <a:pt x="18377" y="644814"/>
                    <a:pt x="11203" y="637641"/>
                  </a:cubicBezTo>
                  <a:cubicBezTo>
                    <a:pt x="4030" y="630467"/>
                    <a:pt x="0" y="620738"/>
                    <a:pt x="0" y="610594"/>
                  </a:cubicBezTo>
                  <a:lnTo>
                    <a:pt x="0" y="38250"/>
                  </a:lnTo>
                  <a:cubicBezTo>
                    <a:pt x="0" y="28106"/>
                    <a:pt x="4030" y="18377"/>
                    <a:pt x="11203" y="11203"/>
                  </a:cubicBezTo>
                  <a:cubicBezTo>
                    <a:pt x="18377" y="4030"/>
                    <a:pt x="28106" y="0"/>
                    <a:pt x="38250" y="0"/>
                  </a:cubicBezTo>
                  <a:close/>
                </a:path>
              </a:pathLst>
            </a:custGeom>
            <a:solidFill>
              <a:srgbClr val="EDC2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5"/>
            <p:cNvSpPr txBox="1"/>
            <p:nvPr/>
          </p:nvSpPr>
          <p:spPr>
            <a:xfrm>
              <a:off x="0" y="-47625"/>
              <a:ext cx="1761000" cy="6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/>
          <p:nvPr>
            <p:ph type="title"/>
          </p:nvPr>
        </p:nvSpPr>
        <p:spPr>
          <a:xfrm>
            <a:off x="1097550" y="1254025"/>
            <a:ext cx="1636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"/>
          <p:cNvSpPr txBox="1"/>
          <p:nvPr>
            <p:ph idx="1" type="body"/>
          </p:nvPr>
        </p:nvSpPr>
        <p:spPr>
          <a:xfrm>
            <a:off x="984550" y="3879150"/>
            <a:ext cx="53223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9" name="Google Shape;69;p6"/>
          <p:cNvSpPr txBox="1"/>
          <p:nvPr>
            <p:ph idx="2" type="body"/>
          </p:nvPr>
        </p:nvSpPr>
        <p:spPr>
          <a:xfrm>
            <a:off x="6507683" y="3879150"/>
            <a:ext cx="53223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grpSp>
        <p:nvGrpSpPr>
          <p:cNvPr id="70" name="Google Shape;70;p6"/>
          <p:cNvGrpSpPr/>
          <p:nvPr/>
        </p:nvGrpSpPr>
        <p:grpSpPr>
          <a:xfrm>
            <a:off x="879358" y="8821563"/>
            <a:ext cx="16503437" cy="964003"/>
            <a:chOff x="0" y="0"/>
            <a:chExt cx="22004582" cy="1285337"/>
          </a:xfrm>
        </p:grpSpPr>
        <p:cxnSp>
          <p:nvCxnSpPr>
            <p:cNvPr id="71" name="Google Shape;71;p6"/>
            <p:cNvCxnSpPr/>
            <p:nvPr/>
          </p:nvCxnSpPr>
          <p:spPr>
            <a:xfrm>
              <a:off x="15402482" y="556916"/>
              <a:ext cx="6602100" cy="0"/>
            </a:xfrm>
            <a:prstGeom prst="straightConnector1">
              <a:avLst/>
            </a:prstGeom>
            <a:noFill/>
            <a:ln cap="rnd" cmpd="sng" w="50800">
              <a:solidFill>
                <a:srgbClr val="EDC25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2" name="Google Shape;72;p6"/>
            <p:cNvSpPr/>
            <p:nvPr/>
          </p:nvSpPr>
          <p:spPr>
            <a:xfrm rot="10800000">
              <a:off x="9064638" y="0"/>
              <a:ext cx="3909769" cy="1285337"/>
            </a:xfrm>
            <a:custGeom>
              <a:rect b="b" l="l" r="r" t="t"/>
              <a:pathLst>
                <a:path extrusionOk="0" h="1285337" w="3909769">
                  <a:moveTo>
                    <a:pt x="0" y="0"/>
                  </a:moveTo>
                  <a:lnTo>
                    <a:pt x="3909769" y="0"/>
                  </a:lnTo>
                  <a:lnTo>
                    <a:pt x="3909769" y="1285337"/>
                  </a:lnTo>
                  <a:lnTo>
                    <a:pt x="0" y="12853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73" name="Google Shape;73;p6"/>
            <p:cNvCxnSpPr/>
            <p:nvPr/>
          </p:nvCxnSpPr>
          <p:spPr>
            <a:xfrm>
              <a:off x="0" y="556916"/>
              <a:ext cx="6602100" cy="0"/>
            </a:xfrm>
            <a:prstGeom prst="straightConnector1">
              <a:avLst/>
            </a:prstGeom>
            <a:noFill/>
            <a:ln cap="rnd" cmpd="sng" w="50800">
              <a:solidFill>
                <a:srgbClr val="EDC2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 txBox="1"/>
          <p:nvPr>
            <p:ph type="title"/>
          </p:nvPr>
        </p:nvSpPr>
        <p:spPr>
          <a:xfrm>
            <a:off x="1097550" y="1254025"/>
            <a:ext cx="1636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" type="body"/>
          </p:nvPr>
        </p:nvSpPr>
        <p:spPr>
          <a:xfrm>
            <a:off x="1737925" y="4058275"/>
            <a:ext cx="6221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2" type="body"/>
          </p:nvPr>
        </p:nvSpPr>
        <p:spPr>
          <a:xfrm>
            <a:off x="8186398" y="4058275"/>
            <a:ext cx="62238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grpSp>
        <p:nvGrpSpPr>
          <p:cNvPr id="78" name="Google Shape;78;p7"/>
          <p:cNvGrpSpPr/>
          <p:nvPr/>
        </p:nvGrpSpPr>
        <p:grpSpPr>
          <a:xfrm>
            <a:off x="879358" y="8821563"/>
            <a:ext cx="16503437" cy="964003"/>
            <a:chOff x="0" y="0"/>
            <a:chExt cx="22004582" cy="1285337"/>
          </a:xfrm>
        </p:grpSpPr>
        <p:cxnSp>
          <p:nvCxnSpPr>
            <p:cNvPr id="79" name="Google Shape;79;p7"/>
            <p:cNvCxnSpPr/>
            <p:nvPr/>
          </p:nvCxnSpPr>
          <p:spPr>
            <a:xfrm>
              <a:off x="15402482" y="556916"/>
              <a:ext cx="6602100" cy="0"/>
            </a:xfrm>
            <a:prstGeom prst="straightConnector1">
              <a:avLst/>
            </a:prstGeom>
            <a:noFill/>
            <a:ln cap="rnd" cmpd="sng" w="50800">
              <a:solidFill>
                <a:srgbClr val="EDC25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" name="Google Shape;80;p7"/>
            <p:cNvSpPr/>
            <p:nvPr/>
          </p:nvSpPr>
          <p:spPr>
            <a:xfrm rot="10800000">
              <a:off x="9064638" y="0"/>
              <a:ext cx="3909769" cy="1285337"/>
            </a:xfrm>
            <a:custGeom>
              <a:rect b="b" l="l" r="r" t="t"/>
              <a:pathLst>
                <a:path extrusionOk="0" h="1285337" w="3909769">
                  <a:moveTo>
                    <a:pt x="0" y="0"/>
                  </a:moveTo>
                  <a:lnTo>
                    <a:pt x="3909769" y="0"/>
                  </a:lnTo>
                  <a:lnTo>
                    <a:pt x="3909769" y="1285337"/>
                  </a:lnTo>
                  <a:lnTo>
                    <a:pt x="0" y="12853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81" name="Google Shape;81;p7"/>
            <p:cNvCxnSpPr/>
            <p:nvPr/>
          </p:nvCxnSpPr>
          <p:spPr>
            <a:xfrm>
              <a:off x="0" y="556916"/>
              <a:ext cx="6602100" cy="0"/>
            </a:xfrm>
            <a:prstGeom prst="straightConnector1">
              <a:avLst/>
            </a:prstGeom>
            <a:noFill/>
            <a:ln cap="rnd" cmpd="sng" w="50800">
              <a:solidFill>
                <a:srgbClr val="EDC2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/>
          <p:nvPr>
            <p:ph type="title"/>
          </p:nvPr>
        </p:nvSpPr>
        <p:spPr>
          <a:xfrm>
            <a:off x="4452000" y="3692475"/>
            <a:ext cx="938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4" name="Google Shape;84;p8"/>
          <p:cNvGrpSpPr/>
          <p:nvPr/>
        </p:nvGrpSpPr>
        <p:grpSpPr>
          <a:xfrm>
            <a:off x="879358" y="8821563"/>
            <a:ext cx="16503437" cy="964003"/>
            <a:chOff x="0" y="0"/>
            <a:chExt cx="22004582" cy="1285337"/>
          </a:xfrm>
        </p:grpSpPr>
        <p:cxnSp>
          <p:nvCxnSpPr>
            <p:cNvPr id="85" name="Google Shape;85;p8"/>
            <p:cNvCxnSpPr/>
            <p:nvPr/>
          </p:nvCxnSpPr>
          <p:spPr>
            <a:xfrm>
              <a:off x="15402482" y="556916"/>
              <a:ext cx="6602100" cy="0"/>
            </a:xfrm>
            <a:prstGeom prst="straightConnector1">
              <a:avLst/>
            </a:prstGeom>
            <a:noFill/>
            <a:ln cap="rnd" cmpd="sng" w="50800">
              <a:solidFill>
                <a:srgbClr val="EDC25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" name="Google Shape;86;p8"/>
            <p:cNvSpPr/>
            <p:nvPr/>
          </p:nvSpPr>
          <p:spPr>
            <a:xfrm rot="10800000">
              <a:off x="9064638" y="0"/>
              <a:ext cx="3909769" cy="1285337"/>
            </a:xfrm>
            <a:custGeom>
              <a:rect b="b" l="l" r="r" t="t"/>
              <a:pathLst>
                <a:path extrusionOk="0" h="1285337" w="3909769">
                  <a:moveTo>
                    <a:pt x="0" y="0"/>
                  </a:moveTo>
                  <a:lnTo>
                    <a:pt x="3909769" y="0"/>
                  </a:lnTo>
                  <a:lnTo>
                    <a:pt x="3909769" y="1285337"/>
                  </a:lnTo>
                  <a:lnTo>
                    <a:pt x="0" y="12853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87" name="Google Shape;87;p8"/>
            <p:cNvCxnSpPr/>
            <p:nvPr/>
          </p:nvCxnSpPr>
          <p:spPr>
            <a:xfrm>
              <a:off x="0" y="556916"/>
              <a:ext cx="6602100" cy="0"/>
            </a:xfrm>
            <a:prstGeom prst="straightConnector1">
              <a:avLst/>
            </a:prstGeom>
            <a:noFill/>
            <a:ln cap="rnd" cmpd="sng" w="50800">
              <a:solidFill>
                <a:srgbClr val="EDC2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8" name="Google Shape;88;p8"/>
          <p:cNvGrpSpPr/>
          <p:nvPr/>
        </p:nvGrpSpPr>
        <p:grpSpPr>
          <a:xfrm>
            <a:off x="-1092786" y="3533009"/>
            <a:ext cx="3565022" cy="4952353"/>
            <a:chOff x="0" y="-47625"/>
            <a:chExt cx="2416800" cy="3357300"/>
          </a:xfrm>
        </p:grpSpPr>
        <p:sp>
          <p:nvSpPr>
            <p:cNvPr id="89" name="Google Shape;89;p8"/>
            <p:cNvSpPr/>
            <p:nvPr/>
          </p:nvSpPr>
          <p:spPr>
            <a:xfrm>
              <a:off x="0" y="0"/>
              <a:ext cx="2416697" cy="3309661"/>
            </a:xfrm>
            <a:custGeom>
              <a:rect b="b" l="l" r="r" t="t"/>
              <a:pathLst>
                <a:path extrusionOk="0" h="3309661" w="2416697">
                  <a:moveTo>
                    <a:pt x="32576" y="0"/>
                  </a:moveTo>
                  <a:lnTo>
                    <a:pt x="2384122" y="0"/>
                  </a:lnTo>
                  <a:cubicBezTo>
                    <a:pt x="2392761" y="0"/>
                    <a:pt x="2401047" y="3432"/>
                    <a:pt x="2407156" y="9541"/>
                  </a:cubicBezTo>
                  <a:cubicBezTo>
                    <a:pt x="2413265" y="15650"/>
                    <a:pt x="2416697" y="23936"/>
                    <a:pt x="2416697" y="32576"/>
                  </a:cubicBezTo>
                  <a:lnTo>
                    <a:pt x="2416697" y="3277085"/>
                  </a:lnTo>
                  <a:cubicBezTo>
                    <a:pt x="2416697" y="3285725"/>
                    <a:pt x="2413265" y="3294011"/>
                    <a:pt x="2407156" y="3300119"/>
                  </a:cubicBezTo>
                  <a:cubicBezTo>
                    <a:pt x="2401047" y="3306229"/>
                    <a:pt x="2392761" y="3309661"/>
                    <a:pt x="2384122" y="3309661"/>
                  </a:cubicBezTo>
                  <a:lnTo>
                    <a:pt x="32576" y="3309661"/>
                  </a:lnTo>
                  <a:cubicBezTo>
                    <a:pt x="23936" y="3309661"/>
                    <a:pt x="15650" y="3306229"/>
                    <a:pt x="9541" y="3300119"/>
                  </a:cubicBezTo>
                  <a:cubicBezTo>
                    <a:pt x="3432" y="3294011"/>
                    <a:pt x="0" y="3285725"/>
                    <a:pt x="0" y="3277085"/>
                  </a:cubicBezTo>
                  <a:lnTo>
                    <a:pt x="0" y="32576"/>
                  </a:lnTo>
                  <a:cubicBezTo>
                    <a:pt x="0" y="23936"/>
                    <a:pt x="3432" y="15650"/>
                    <a:pt x="9541" y="9541"/>
                  </a:cubicBezTo>
                  <a:cubicBezTo>
                    <a:pt x="15650" y="3432"/>
                    <a:pt x="23936" y="0"/>
                    <a:pt x="3257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 txBox="1"/>
            <p:nvPr/>
          </p:nvSpPr>
          <p:spPr>
            <a:xfrm>
              <a:off x="0" y="-47625"/>
              <a:ext cx="2416800" cy="33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8"/>
          <p:cNvGrpSpPr/>
          <p:nvPr/>
        </p:nvGrpSpPr>
        <p:grpSpPr>
          <a:xfrm>
            <a:off x="16838043" y="4854161"/>
            <a:ext cx="2240972" cy="1437101"/>
            <a:chOff x="0" y="-47625"/>
            <a:chExt cx="1519200" cy="974240"/>
          </a:xfrm>
        </p:grpSpPr>
        <p:sp>
          <p:nvSpPr>
            <p:cNvPr id="92" name="Google Shape;92;p8"/>
            <p:cNvSpPr/>
            <p:nvPr/>
          </p:nvSpPr>
          <p:spPr>
            <a:xfrm>
              <a:off x="0" y="0"/>
              <a:ext cx="1519068" cy="926615"/>
            </a:xfrm>
            <a:custGeom>
              <a:rect b="b" l="l" r="r" t="t"/>
              <a:pathLst>
                <a:path extrusionOk="0" h="926615" w="1519068">
                  <a:moveTo>
                    <a:pt x="51825" y="0"/>
                  </a:moveTo>
                  <a:lnTo>
                    <a:pt x="1467243" y="0"/>
                  </a:lnTo>
                  <a:cubicBezTo>
                    <a:pt x="1480988" y="0"/>
                    <a:pt x="1494170" y="5460"/>
                    <a:pt x="1503889" y="15179"/>
                  </a:cubicBezTo>
                  <a:cubicBezTo>
                    <a:pt x="1513608" y="24898"/>
                    <a:pt x="1519068" y="38080"/>
                    <a:pt x="1519068" y="51825"/>
                  </a:cubicBezTo>
                  <a:lnTo>
                    <a:pt x="1519068" y="874791"/>
                  </a:lnTo>
                  <a:cubicBezTo>
                    <a:pt x="1519068" y="888535"/>
                    <a:pt x="1513608" y="901717"/>
                    <a:pt x="1503889" y="911436"/>
                  </a:cubicBezTo>
                  <a:cubicBezTo>
                    <a:pt x="1494170" y="921155"/>
                    <a:pt x="1480988" y="926615"/>
                    <a:pt x="1467243" y="926615"/>
                  </a:cubicBezTo>
                  <a:lnTo>
                    <a:pt x="51825" y="926615"/>
                  </a:lnTo>
                  <a:cubicBezTo>
                    <a:pt x="23203" y="926615"/>
                    <a:pt x="0" y="903413"/>
                    <a:pt x="0" y="874791"/>
                  </a:cubicBezTo>
                  <a:lnTo>
                    <a:pt x="0" y="51825"/>
                  </a:lnTo>
                  <a:cubicBezTo>
                    <a:pt x="0" y="38080"/>
                    <a:pt x="5460" y="24898"/>
                    <a:pt x="15179" y="15179"/>
                  </a:cubicBezTo>
                  <a:cubicBezTo>
                    <a:pt x="24898" y="5460"/>
                    <a:pt x="38080" y="0"/>
                    <a:pt x="51825" y="0"/>
                  </a:cubicBezTo>
                  <a:close/>
                </a:path>
              </a:pathLst>
            </a:custGeom>
            <a:solidFill>
              <a:srgbClr val="EDC2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 txBox="1"/>
            <p:nvPr/>
          </p:nvSpPr>
          <p:spPr>
            <a:xfrm>
              <a:off x="0" y="-47625"/>
              <a:ext cx="1519200" cy="9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8"/>
          <p:cNvGrpSpPr/>
          <p:nvPr/>
        </p:nvGrpSpPr>
        <p:grpSpPr>
          <a:xfrm>
            <a:off x="-1582622" y="101335"/>
            <a:ext cx="2611370" cy="1670993"/>
            <a:chOff x="0" y="-47625"/>
            <a:chExt cx="1770300" cy="1132800"/>
          </a:xfrm>
        </p:grpSpPr>
        <p:sp>
          <p:nvSpPr>
            <p:cNvPr id="95" name="Google Shape;95;p8"/>
            <p:cNvSpPr/>
            <p:nvPr/>
          </p:nvSpPr>
          <p:spPr>
            <a:xfrm>
              <a:off x="0" y="0"/>
              <a:ext cx="1770248" cy="1085055"/>
            </a:xfrm>
            <a:custGeom>
              <a:rect b="b" l="l" r="r" t="t"/>
              <a:pathLst>
                <a:path extrusionOk="0" h="1085055" w="1770248">
                  <a:moveTo>
                    <a:pt x="44471" y="0"/>
                  </a:moveTo>
                  <a:lnTo>
                    <a:pt x="1725777" y="0"/>
                  </a:lnTo>
                  <a:cubicBezTo>
                    <a:pt x="1737571" y="0"/>
                    <a:pt x="1748883" y="4685"/>
                    <a:pt x="1757223" y="13025"/>
                  </a:cubicBezTo>
                  <a:cubicBezTo>
                    <a:pt x="1765563" y="21365"/>
                    <a:pt x="1770248" y="32677"/>
                    <a:pt x="1770248" y="44471"/>
                  </a:cubicBezTo>
                  <a:lnTo>
                    <a:pt x="1770248" y="1040584"/>
                  </a:lnTo>
                  <a:cubicBezTo>
                    <a:pt x="1770248" y="1052378"/>
                    <a:pt x="1765563" y="1063690"/>
                    <a:pt x="1757223" y="1072030"/>
                  </a:cubicBezTo>
                  <a:cubicBezTo>
                    <a:pt x="1748883" y="1080370"/>
                    <a:pt x="1737571" y="1085055"/>
                    <a:pt x="1725777" y="1085055"/>
                  </a:cubicBezTo>
                  <a:lnTo>
                    <a:pt x="44471" y="1085055"/>
                  </a:lnTo>
                  <a:cubicBezTo>
                    <a:pt x="32677" y="1085055"/>
                    <a:pt x="21365" y="1080370"/>
                    <a:pt x="13025" y="1072030"/>
                  </a:cubicBezTo>
                  <a:cubicBezTo>
                    <a:pt x="4685" y="1063690"/>
                    <a:pt x="0" y="1052378"/>
                    <a:pt x="0" y="1040584"/>
                  </a:cubicBezTo>
                  <a:lnTo>
                    <a:pt x="0" y="44471"/>
                  </a:lnTo>
                  <a:cubicBezTo>
                    <a:pt x="0" y="32677"/>
                    <a:pt x="4685" y="21365"/>
                    <a:pt x="13025" y="13025"/>
                  </a:cubicBezTo>
                  <a:cubicBezTo>
                    <a:pt x="21365" y="4685"/>
                    <a:pt x="32677" y="0"/>
                    <a:pt x="44471" y="0"/>
                  </a:cubicBezTo>
                  <a:close/>
                </a:path>
              </a:pathLst>
            </a:custGeom>
            <a:solidFill>
              <a:srgbClr val="8905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8"/>
            <p:cNvSpPr txBox="1"/>
            <p:nvPr/>
          </p:nvSpPr>
          <p:spPr>
            <a:xfrm>
              <a:off x="0" y="-47625"/>
              <a:ext cx="1770300" cy="11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8"/>
          <p:cNvGrpSpPr/>
          <p:nvPr/>
        </p:nvGrpSpPr>
        <p:grpSpPr>
          <a:xfrm>
            <a:off x="-760216" y="901626"/>
            <a:ext cx="2899899" cy="1289630"/>
            <a:chOff x="0" y="-47625"/>
            <a:chExt cx="1965900" cy="874266"/>
          </a:xfrm>
        </p:grpSpPr>
        <p:sp>
          <p:nvSpPr>
            <p:cNvPr id="98" name="Google Shape;98;p8"/>
            <p:cNvSpPr/>
            <p:nvPr/>
          </p:nvSpPr>
          <p:spPr>
            <a:xfrm>
              <a:off x="0" y="0"/>
              <a:ext cx="1965888" cy="826641"/>
            </a:xfrm>
            <a:custGeom>
              <a:rect b="b" l="l" r="r" t="t"/>
              <a:pathLst>
                <a:path extrusionOk="0" h="826641" w="1965888">
                  <a:moveTo>
                    <a:pt x="40046" y="0"/>
                  </a:moveTo>
                  <a:lnTo>
                    <a:pt x="1925843" y="0"/>
                  </a:lnTo>
                  <a:cubicBezTo>
                    <a:pt x="1947959" y="0"/>
                    <a:pt x="1965888" y="17929"/>
                    <a:pt x="1965888" y="40046"/>
                  </a:cubicBezTo>
                  <a:lnTo>
                    <a:pt x="1965888" y="786596"/>
                  </a:lnTo>
                  <a:cubicBezTo>
                    <a:pt x="1965888" y="808712"/>
                    <a:pt x="1947959" y="826641"/>
                    <a:pt x="1925843" y="826641"/>
                  </a:cubicBezTo>
                  <a:lnTo>
                    <a:pt x="40046" y="826641"/>
                  </a:lnTo>
                  <a:cubicBezTo>
                    <a:pt x="17929" y="826641"/>
                    <a:pt x="0" y="808712"/>
                    <a:pt x="0" y="786596"/>
                  </a:cubicBezTo>
                  <a:lnTo>
                    <a:pt x="0" y="40046"/>
                  </a:lnTo>
                  <a:cubicBezTo>
                    <a:pt x="0" y="17929"/>
                    <a:pt x="17929" y="0"/>
                    <a:pt x="4004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EDC25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8"/>
            <p:cNvSpPr txBox="1"/>
            <p:nvPr/>
          </p:nvSpPr>
          <p:spPr>
            <a:xfrm>
              <a:off x="0" y="-47625"/>
              <a:ext cx="1965900" cy="8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8"/>
          <p:cNvGrpSpPr/>
          <p:nvPr/>
        </p:nvGrpSpPr>
        <p:grpSpPr>
          <a:xfrm>
            <a:off x="16035209" y="1772333"/>
            <a:ext cx="4359363" cy="1920138"/>
            <a:chOff x="0" y="-47625"/>
            <a:chExt cx="2955300" cy="1301700"/>
          </a:xfrm>
        </p:grpSpPr>
        <p:sp>
          <p:nvSpPr>
            <p:cNvPr id="101" name="Google Shape;101;p8"/>
            <p:cNvSpPr/>
            <p:nvPr/>
          </p:nvSpPr>
          <p:spPr>
            <a:xfrm>
              <a:off x="0" y="0"/>
              <a:ext cx="2955231" cy="1254035"/>
            </a:xfrm>
            <a:custGeom>
              <a:rect b="b" l="l" r="r" t="t"/>
              <a:pathLst>
                <a:path extrusionOk="0" h="1254035" w="2955231">
                  <a:moveTo>
                    <a:pt x="26639" y="0"/>
                  </a:moveTo>
                  <a:lnTo>
                    <a:pt x="2928592" y="0"/>
                  </a:lnTo>
                  <a:cubicBezTo>
                    <a:pt x="2943304" y="0"/>
                    <a:pt x="2955231" y="11927"/>
                    <a:pt x="2955231" y="26639"/>
                  </a:cubicBezTo>
                  <a:lnTo>
                    <a:pt x="2955231" y="1227395"/>
                  </a:lnTo>
                  <a:cubicBezTo>
                    <a:pt x="2955231" y="1242108"/>
                    <a:pt x="2943304" y="1254035"/>
                    <a:pt x="2928592" y="1254035"/>
                  </a:cubicBezTo>
                  <a:lnTo>
                    <a:pt x="26639" y="1254035"/>
                  </a:lnTo>
                  <a:cubicBezTo>
                    <a:pt x="11927" y="1254035"/>
                    <a:pt x="0" y="1242108"/>
                    <a:pt x="0" y="1227395"/>
                  </a:cubicBezTo>
                  <a:lnTo>
                    <a:pt x="0" y="26639"/>
                  </a:lnTo>
                  <a:cubicBezTo>
                    <a:pt x="0" y="11927"/>
                    <a:pt x="11927" y="0"/>
                    <a:pt x="266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8"/>
            <p:cNvSpPr txBox="1"/>
            <p:nvPr/>
          </p:nvSpPr>
          <p:spPr>
            <a:xfrm>
              <a:off x="0" y="-47625"/>
              <a:ext cx="2955300" cy="130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/>
          <p:nvPr>
            <p:ph type="title"/>
          </p:nvPr>
        </p:nvSpPr>
        <p:spPr>
          <a:xfrm>
            <a:off x="777375" y="1403100"/>
            <a:ext cx="16966500" cy="21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05" name="Google Shape;105;p9"/>
          <p:cNvSpPr txBox="1"/>
          <p:nvPr>
            <p:ph idx="1" type="body"/>
          </p:nvPr>
        </p:nvSpPr>
        <p:spPr>
          <a:xfrm>
            <a:off x="6516363" y="4228250"/>
            <a:ext cx="76491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106" name="Google Shape;106;p9"/>
          <p:cNvSpPr txBox="1"/>
          <p:nvPr>
            <p:ph idx="2" type="body"/>
          </p:nvPr>
        </p:nvSpPr>
        <p:spPr>
          <a:xfrm>
            <a:off x="1869750" y="4228250"/>
            <a:ext cx="5741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9pPr>
          </a:lstStyle>
          <a:p/>
        </p:txBody>
      </p:sp>
      <p:grpSp>
        <p:nvGrpSpPr>
          <p:cNvPr id="107" name="Google Shape;107;p9"/>
          <p:cNvGrpSpPr/>
          <p:nvPr/>
        </p:nvGrpSpPr>
        <p:grpSpPr>
          <a:xfrm>
            <a:off x="15177128" y="3620164"/>
            <a:ext cx="2611370" cy="1813488"/>
            <a:chOff x="0" y="-47625"/>
            <a:chExt cx="1770300" cy="1229400"/>
          </a:xfrm>
        </p:grpSpPr>
        <p:sp>
          <p:nvSpPr>
            <p:cNvPr id="108" name="Google Shape;108;p9"/>
            <p:cNvSpPr/>
            <p:nvPr/>
          </p:nvSpPr>
          <p:spPr>
            <a:xfrm>
              <a:off x="0" y="0"/>
              <a:ext cx="1770248" cy="1181740"/>
            </a:xfrm>
            <a:custGeom>
              <a:rect b="b" l="l" r="r" t="t"/>
              <a:pathLst>
                <a:path extrusionOk="0" h="1181740" w="1770248">
                  <a:moveTo>
                    <a:pt x="44471" y="0"/>
                  </a:moveTo>
                  <a:lnTo>
                    <a:pt x="1725777" y="0"/>
                  </a:lnTo>
                  <a:cubicBezTo>
                    <a:pt x="1737571" y="0"/>
                    <a:pt x="1748883" y="4685"/>
                    <a:pt x="1757223" y="13025"/>
                  </a:cubicBezTo>
                  <a:cubicBezTo>
                    <a:pt x="1765563" y="21365"/>
                    <a:pt x="1770248" y="32677"/>
                    <a:pt x="1770248" y="44471"/>
                  </a:cubicBezTo>
                  <a:lnTo>
                    <a:pt x="1770248" y="1137269"/>
                  </a:lnTo>
                  <a:cubicBezTo>
                    <a:pt x="1770248" y="1149064"/>
                    <a:pt x="1765563" y="1160375"/>
                    <a:pt x="1757223" y="1168715"/>
                  </a:cubicBezTo>
                  <a:cubicBezTo>
                    <a:pt x="1748883" y="1177055"/>
                    <a:pt x="1737571" y="1181740"/>
                    <a:pt x="1725777" y="1181740"/>
                  </a:cubicBezTo>
                  <a:lnTo>
                    <a:pt x="44471" y="1181740"/>
                  </a:lnTo>
                  <a:cubicBezTo>
                    <a:pt x="32677" y="1181740"/>
                    <a:pt x="21365" y="1177055"/>
                    <a:pt x="13025" y="1168715"/>
                  </a:cubicBezTo>
                  <a:cubicBezTo>
                    <a:pt x="4685" y="1160375"/>
                    <a:pt x="0" y="1149064"/>
                    <a:pt x="0" y="1137269"/>
                  </a:cubicBezTo>
                  <a:lnTo>
                    <a:pt x="0" y="44471"/>
                  </a:lnTo>
                  <a:cubicBezTo>
                    <a:pt x="0" y="32677"/>
                    <a:pt x="4685" y="21365"/>
                    <a:pt x="13025" y="13025"/>
                  </a:cubicBezTo>
                  <a:cubicBezTo>
                    <a:pt x="21365" y="4685"/>
                    <a:pt x="32677" y="0"/>
                    <a:pt x="44471" y="0"/>
                  </a:cubicBezTo>
                  <a:close/>
                </a:path>
              </a:pathLst>
            </a:custGeom>
            <a:solidFill>
              <a:srgbClr val="8905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9"/>
            <p:cNvSpPr txBox="1"/>
            <p:nvPr/>
          </p:nvSpPr>
          <p:spPr>
            <a:xfrm>
              <a:off x="0" y="-47625"/>
              <a:ext cx="1770300" cy="12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9"/>
          <p:cNvGrpSpPr/>
          <p:nvPr/>
        </p:nvGrpSpPr>
        <p:grpSpPr>
          <a:xfrm>
            <a:off x="16751483" y="3547191"/>
            <a:ext cx="2310564" cy="1281124"/>
            <a:chOff x="0" y="-47625"/>
            <a:chExt cx="1566378" cy="868500"/>
          </a:xfrm>
        </p:grpSpPr>
        <p:sp>
          <p:nvSpPr>
            <p:cNvPr id="111" name="Google Shape;111;p9"/>
            <p:cNvSpPr/>
            <p:nvPr/>
          </p:nvSpPr>
          <p:spPr>
            <a:xfrm>
              <a:off x="0" y="0"/>
              <a:ext cx="1566378" cy="820806"/>
            </a:xfrm>
            <a:custGeom>
              <a:rect b="b" l="l" r="r" t="t"/>
              <a:pathLst>
                <a:path extrusionOk="0" h="820806" w="1566378">
                  <a:moveTo>
                    <a:pt x="50259" y="0"/>
                  </a:moveTo>
                  <a:lnTo>
                    <a:pt x="1516119" y="0"/>
                  </a:lnTo>
                  <a:cubicBezTo>
                    <a:pt x="1543876" y="0"/>
                    <a:pt x="1566378" y="22502"/>
                    <a:pt x="1566378" y="50259"/>
                  </a:cubicBezTo>
                  <a:lnTo>
                    <a:pt x="1566378" y="770547"/>
                  </a:lnTo>
                  <a:cubicBezTo>
                    <a:pt x="1566378" y="798304"/>
                    <a:pt x="1543876" y="820806"/>
                    <a:pt x="1516119" y="820806"/>
                  </a:cubicBezTo>
                  <a:lnTo>
                    <a:pt x="50259" y="820806"/>
                  </a:lnTo>
                  <a:cubicBezTo>
                    <a:pt x="22502" y="820806"/>
                    <a:pt x="0" y="798304"/>
                    <a:pt x="0" y="770547"/>
                  </a:cubicBezTo>
                  <a:lnTo>
                    <a:pt x="0" y="50259"/>
                  </a:lnTo>
                  <a:cubicBezTo>
                    <a:pt x="0" y="22502"/>
                    <a:pt x="22502" y="0"/>
                    <a:pt x="50259" y="0"/>
                  </a:cubicBezTo>
                  <a:close/>
                </a:path>
              </a:pathLst>
            </a:custGeom>
            <a:solidFill>
              <a:srgbClr val="EDC2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9"/>
            <p:cNvSpPr txBox="1"/>
            <p:nvPr/>
          </p:nvSpPr>
          <p:spPr>
            <a:xfrm>
              <a:off x="0" y="-47625"/>
              <a:ext cx="1566300" cy="86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9"/>
          <p:cNvGrpSpPr/>
          <p:nvPr/>
        </p:nvGrpSpPr>
        <p:grpSpPr>
          <a:xfrm>
            <a:off x="17174403" y="3620164"/>
            <a:ext cx="1464774" cy="2783996"/>
            <a:chOff x="0" y="-47625"/>
            <a:chExt cx="993000" cy="1887327"/>
          </a:xfrm>
        </p:grpSpPr>
        <p:sp>
          <p:nvSpPr>
            <p:cNvPr id="114" name="Google Shape;114;p9"/>
            <p:cNvSpPr/>
            <p:nvPr/>
          </p:nvSpPr>
          <p:spPr>
            <a:xfrm>
              <a:off x="0" y="0"/>
              <a:ext cx="992973" cy="1839702"/>
            </a:xfrm>
            <a:custGeom>
              <a:rect b="b" l="l" r="r" t="t"/>
              <a:pathLst>
                <a:path extrusionOk="0" h="1839702" w="992973">
                  <a:moveTo>
                    <a:pt x="79282" y="0"/>
                  </a:moveTo>
                  <a:lnTo>
                    <a:pt x="913690" y="0"/>
                  </a:lnTo>
                  <a:cubicBezTo>
                    <a:pt x="957477" y="0"/>
                    <a:pt x="992973" y="35496"/>
                    <a:pt x="992973" y="79282"/>
                  </a:cubicBezTo>
                  <a:lnTo>
                    <a:pt x="992973" y="1760419"/>
                  </a:lnTo>
                  <a:cubicBezTo>
                    <a:pt x="992973" y="1781446"/>
                    <a:pt x="984620" y="1801612"/>
                    <a:pt x="969751" y="1816481"/>
                  </a:cubicBezTo>
                  <a:cubicBezTo>
                    <a:pt x="954883" y="1831349"/>
                    <a:pt x="934717" y="1839702"/>
                    <a:pt x="913690" y="1839702"/>
                  </a:cubicBezTo>
                  <a:lnTo>
                    <a:pt x="79282" y="1839702"/>
                  </a:lnTo>
                  <a:cubicBezTo>
                    <a:pt x="58255" y="1839702"/>
                    <a:pt x="38090" y="1831349"/>
                    <a:pt x="23221" y="1816481"/>
                  </a:cubicBezTo>
                  <a:cubicBezTo>
                    <a:pt x="8353" y="1801612"/>
                    <a:pt x="0" y="1781446"/>
                    <a:pt x="0" y="1760419"/>
                  </a:cubicBezTo>
                  <a:lnTo>
                    <a:pt x="0" y="79282"/>
                  </a:lnTo>
                  <a:cubicBezTo>
                    <a:pt x="0" y="58255"/>
                    <a:pt x="8353" y="38090"/>
                    <a:pt x="23221" y="23221"/>
                  </a:cubicBezTo>
                  <a:cubicBezTo>
                    <a:pt x="38090" y="8353"/>
                    <a:pt x="58255" y="0"/>
                    <a:pt x="7928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9"/>
            <p:cNvSpPr txBox="1"/>
            <p:nvPr/>
          </p:nvSpPr>
          <p:spPr>
            <a:xfrm>
              <a:off x="0" y="-47625"/>
              <a:ext cx="993000" cy="188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9"/>
          <p:cNvGrpSpPr/>
          <p:nvPr/>
        </p:nvGrpSpPr>
        <p:grpSpPr>
          <a:xfrm>
            <a:off x="-1067654" y="5945277"/>
            <a:ext cx="1366201" cy="2345852"/>
            <a:chOff x="0" y="-47625"/>
            <a:chExt cx="926175" cy="1590300"/>
          </a:xfrm>
        </p:grpSpPr>
        <p:sp>
          <p:nvSpPr>
            <p:cNvPr id="117" name="Google Shape;117;p9"/>
            <p:cNvSpPr/>
            <p:nvPr/>
          </p:nvSpPr>
          <p:spPr>
            <a:xfrm>
              <a:off x="0" y="0"/>
              <a:ext cx="926175" cy="1542675"/>
            </a:xfrm>
            <a:custGeom>
              <a:rect b="b" l="l" r="r" t="t"/>
              <a:pathLst>
                <a:path extrusionOk="0" h="1542675" w="926175">
                  <a:moveTo>
                    <a:pt x="85000" y="0"/>
                  </a:moveTo>
                  <a:lnTo>
                    <a:pt x="841174" y="0"/>
                  </a:lnTo>
                  <a:cubicBezTo>
                    <a:pt x="888119" y="0"/>
                    <a:pt x="926175" y="38056"/>
                    <a:pt x="926175" y="85000"/>
                  </a:cubicBezTo>
                  <a:lnTo>
                    <a:pt x="926175" y="1457674"/>
                  </a:lnTo>
                  <a:cubicBezTo>
                    <a:pt x="926175" y="1504619"/>
                    <a:pt x="888119" y="1542675"/>
                    <a:pt x="841174" y="1542675"/>
                  </a:cubicBezTo>
                  <a:lnTo>
                    <a:pt x="85000" y="1542675"/>
                  </a:lnTo>
                  <a:cubicBezTo>
                    <a:pt x="38056" y="1542675"/>
                    <a:pt x="0" y="1504619"/>
                    <a:pt x="0" y="1457674"/>
                  </a:cubicBezTo>
                  <a:lnTo>
                    <a:pt x="0" y="85000"/>
                  </a:lnTo>
                  <a:cubicBezTo>
                    <a:pt x="0" y="38056"/>
                    <a:pt x="38056" y="0"/>
                    <a:pt x="8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9"/>
            <p:cNvSpPr txBox="1"/>
            <p:nvPr/>
          </p:nvSpPr>
          <p:spPr>
            <a:xfrm>
              <a:off x="0" y="-47625"/>
              <a:ext cx="926100" cy="15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9"/>
          <p:cNvGrpSpPr/>
          <p:nvPr/>
        </p:nvGrpSpPr>
        <p:grpSpPr>
          <a:xfrm>
            <a:off x="-114619" y="6534519"/>
            <a:ext cx="2023247" cy="1281124"/>
            <a:chOff x="0" y="-47625"/>
            <a:chExt cx="1371600" cy="868500"/>
          </a:xfrm>
        </p:grpSpPr>
        <p:sp>
          <p:nvSpPr>
            <p:cNvPr id="120" name="Google Shape;120;p9"/>
            <p:cNvSpPr/>
            <p:nvPr/>
          </p:nvSpPr>
          <p:spPr>
            <a:xfrm>
              <a:off x="0" y="0"/>
              <a:ext cx="1371493" cy="820806"/>
            </a:xfrm>
            <a:custGeom>
              <a:rect b="b" l="l" r="r" t="t"/>
              <a:pathLst>
                <a:path extrusionOk="0" h="820806" w="1371493">
                  <a:moveTo>
                    <a:pt x="57401" y="0"/>
                  </a:moveTo>
                  <a:lnTo>
                    <a:pt x="1314092" y="0"/>
                  </a:lnTo>
                  <a:cubicBezTo>
                    <a:pt x="1329316" y="0"/>
                    <a:pt x="1343916" y="6048"/>
                    <a:pt x="1354681" y="16812"/>
                  </a:cubicBezTo>
                  <a:cubicBezTo>
                    <a:pt x="1365446" y="27577"/>
                    <a:pt x="1371493" y="42177"/>
                    <a:pt x="1371493" y="57401"/>
                  </a:cubicBezTo>
                  <a:lnTo>
                    <a:pt x="1371493" y="763405"/>
                  </a:lnTo>
                  <a:cubicBezTo>
                    <a:pt x="1371493" y="795107"/>
                    <a:pt x="1345794" y="820806"/>
                    <a:pt x="1314092" y="820806"/>
                  </a:cubicBezTo>
                  <a:lnTo>
                    <a:pt x="57401" y="820806"/>
                  </a:lnTo>
                  <a:cubicBezTo>
                    <a:pt x="42177" y="820806"/>
                    <a:pt x="27577" y="814759"/>
                    <a:pt x="16812" y="803994"/>
                  </a:cubicBezTo>
                  <a:cubicBezTo>
                    <a:pt x="6048" y="793229"/>
                    <a:pt x="0" y="778629"/>
                    <a:pt x="0" y="763405"/>
                  </a:cubicBezTo>
                  <a:lnTo>
                    <a:pt x="0" y="57401"/>
                  </a:lnTo>
                  <a:cubicBezTo>
                    <a:pt x="0" y="42177"/>
                    <a:pt x="6048" y="27577"/>
                    <a:pt x="16812" y="16812"/>
                  </a:cubicBezTo>
                  <a:cubicBezTo>
                    <a:pt x="27577" y="6048"/>
                    <a:pt x="42177" y="0"/>
                    <a:pt x="5740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 txBox="1"/>
            <p:nvPr/>
          </p:nvSpPr>
          <p:spPr>
            <a:xfrm>
              <a:off x="0" y="-47625"/>
              <a:ext cx="1371600" cy="86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9"/>
          <p:cNvGrpSpPr/>
          <p:nvPr/>
        </p:nvGrpSpPr>
        <p:grpSpPr>
          <a:xfrm>
            <a:off x="1382761" y="7083089"/>
            <a:ext cx="1051451" cy="1281124"/>
            <a:chOff x="0" y="-47625"/>
            <a:chExt cx="712800" cy="868500"/>
          </a:xfrm>
        </p:grpSpPr>
        <p:sp>
          <p:nvSpPr>
            <p:cNvPr id="123" name="Google Shape;123;p9"/>
            <p:cNvSpPr/>
            <p:nvPr/>
          </p:nvSpPr>
          <p:spPr>
            <a:xfrm>
              <a:off x="0" y="0"/>
              <a:ext cx="712800" cy="820806"/>
            </a:xfrm>
            <a:custGeom>
              <a:rect b="b" l="l" r="r" t="t"/>
              <a:pathLst>
                <a:path extrusionOk="0" h="820806" w="712800">
                  <a:moveTo>
                    <a:pt x="110445" y="0"/>
                  </a:moveTo>
                  <a:lnTo>
                    <a:pt x="602355" y="0"/>
                  </a:lnTo>
                  <a:cubicBezTo>
                    <a:pt x="631647" y="0"/>
                    <a:pt x="659739" y="11636"/>
                    <a:pt x="680452" y="32349"/>
                  </a:cubicBezTo>
                  <a:cubicBezTo>
                    <a:pt x="701164" y="53061"/>
                    <a:pt x="712800" y="81153"/>
                    <a:pt x="712800" y="110445"/>
                  </a:cubicBezTo>
                  <a:lnTo>
                    <a:pt x="712800" y="710361"/>
                  </a:lnTo>
                  <a:cubicBezTo>
                    <a:pt x="712800" y="739653"/>
                    <a:pt x="701164" y="767745"/>
                    <a:pt x="680452" y="788458"/>
                  </a:cubicBezTo>
                  <a:cubicBezTo>
                    <a:pt x="659739" y="809170"/>
                    <a:pt x="631647" y="820806"/>
                    <a:pt x="602355" y="820806"/>
                  </a:cubicBezTo>
                  <a:lnTo>
                    <a:pt x="110445" y="820806"/>
                  </a:lnTo>
                  <a:cubicBezTo>
                    <a:pt x="81153" y="820806"/>
                    <a:pt x="53061" y="809170"/>
                    <a:pt x="32349" y="788458"/>
                  </a:cubicBezTo>
                  <a:cubicBezTo>
                    <a:pt x="11636" y="767745"/>
                    <a:pt x="0" y="739653"/>
                    <a:pt x="0" y="710361"/>
                  </a:cubicBezTo>
                  <a:lnTo>
                    <a:pt x="0" y="110445"/>
                  </a:lnTo>
                  <a:cubicBezTo>
                    <a:pt x="0" y="81153"/>
                    <a:pt x="11636" y="53061"/>
                    <a:pt x="32349" y="32349"/>
                  </a:cubicBezTo>
                  <a:cubicBezTo>
                    <a:pt x="53061" y="11636"/>
                    <a:pt x="81153" y="0"/>
                    <a:pt x="11044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9"/>
            <p:cNvSpPr txBox="1"/>
            <p:nvPr/>
          </p:nvSpPr>
          <p:spPr>
            <a:xfrm>
              <a:off x="0" y="-47625"/>
              <a:ext cx="712800" cy="86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0"/>
          <p:cNvGrpSpPr/>
          <p:nvPr/>
        </p:nvGrpSpPr>
        <p:grpSpPr>
          <a:xfrm>
            <a:off x="-1111250" y="4492527"/>
            <a:ext cx="15273923" cy="4001859"/>
            <a:chOff x="0" y="-47625"/>
            <a:chExt cx="10354500" cy="3392844"/>
          </a:xfrm>
        </p:grpSpPr>
        <p:sp>
          <p:nvSpPr>
            <p:cNvPr id="127" name="Google Shape;127;p10"/>
            <p:cNvSpPr/>
            <p:nvPr/>
          </p:nvSpPr>
          <p:spPr>
            <a:xfrm>
              <a:off x="0" y="0"/>
              <a:ext cx="10354442" cy="3345219"/>
            </a:xfrm>
            <a:custGeom>
              <a:rect b="b" l="l" r="r" t="t"/>
              <a:pathLst>
                <a:path extrusionOk="0" h="3345219" w="10354442">
                  <a:moveTo>
                    <a:pt x="7603" y="0"/>
                  </a:moveTo>
                  <a:lnTo>
                    <a:pt x="10346839" y="0"/>
                  </a:lnTo>
                  <a:cubicBezTo>
                    <a:pt x="10351039" y="0"/>
                    <a:pt x="10354442" y="3404"/>
                    <a:pt x="10354442" y="7603"/>
                  </a:cubicBezTo>
                  <a:lnTo>
                    <a:pt x="10354442" y="3337616"/>
                  </a:lnTo>
                  <a:cubicBezTo>
                    <a:pt x="10354442" y="3341815"/>
                    <a:pt x="10351039" y="3345219"/>
                    <a:pt x="10346839" y="3345219"/>
                  </a:cubicBezTo>
                  <a:lnTo>
                    <a:pt x="7603" y="3345219"/>
                  </a:lnTo>
                  <a:cubicBezTo>
                    <a:pt x="3404" y="3345219"/>
                    <a:pt x="0" y="3341815"/>
                    <a:pt x="0" y="3337616"/>
                  </a:cubicBezTo>
                  <a:lnTo>
                    <a:pt x="0" y="7603"/>
                  </a:lnTo>
                  <a:cubicBezTo>
                    <a:pt x="0" y="3404"/>
                    <a:pt x="3404" y="0"/>
                    <a:pt x="7603" y="0"/>
                  </a:cubicBezTo>
                  <a:close/>
                </a:path>
              </a:pathLst>
            </a:custGeom>
            <a:solidFill>
              <a:srgbClr val="8905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0"/>
            <p:cNvSpPr txBox="1"/>
            <p:nvPr/>
          </p:nvSpPr>
          <p:spPr>
            <a:xfrm>
              <a:off x="0" y="-47625"/>
              <a:ext cx="10354500" cy="33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10"/>
          <p:cNvGrpSpPr/>
          <p:nvPr/>
        </p:nvGrpSpPr>
        <p:grpSpPr>
          <a:xfrm>
            <a:off x="879358" y="8821563"/>
            <a:ext cx="16503437" cy="964003"/>
            <a:chOff x="0" y="0"/>
            <a:chExt cx="22004582" cy="1285337"/>
          </a:xfrm>
        </p:grpSpPr>
        <p:cxnSp>
          <p:nvCxnSpPr>
            <p:cNvPr id="130" name="Google Shape;130;p10"/>
            <p:cNvCxnSpPr/>
            <p:nvPr/>
          </p:nvCxnSpPr>
          <p:spPr>
            <a:xfrm>
              <a:off x="15402482" y="556916"/>
              <a:ext cx="6602100" cy="0"/>
            </a:xfrm>
            <a:prstGeom prst="straightConnector1">
              <a:avLst/>
            </a:prstGeom>
            <a:noFill/>
            <a:ln cap="rnd" cmpd="sng" w="50800">
              <a:solidFill>
                <a:srgbClr val="EDC25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1" name="Google Shape;131;p10"/>
            <p:cNvSpPr/>
            <p:nvPr/>
          </p:nvSpPr>
          <p:spPr>
            <a:xfrm rot="10800000">
              <a:off x="9064638" y="0"/>
              <a:ext cx="3909769" cy="1285337"/>
            </a:xfrm>
            <a:custGeom>
              <a:rect b="b" l="l" r="r" t="t"/>
              <a:pathLst>
                <a:path extrusionOk="0" h="1285337" w="3909769">
                  <a:moveTo>
                    <a:pt x="0" y="0"/>
                  </a:moveTo>
                  <a:lnTo>
                    <a:pt x="3909769" y="0"/>
                  </a:lnTo>
                  <a:lnTo>
                    <a:pt x="3909769" y="1285337"/>
                  </a:lnTo>
                  <a:lnTo>
                    <a:pt x="0" y="12853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32" name="Google Shape;132;p10"/>
            <p:cNvCxnSpPr/>
            <p:nvPr/>
          </p:nvCxnSpPr>
          <p:spPr>
            <a:xfrm>
              <a:off x="0" y="556916"/>
              <a:ext cx="6602100" cy="0"/>
            </a:xfrm>
            <a:prstGeom prst="straightConnector1">
              <a:avLst/>
            </a:prstGeom>
            <a:noFill/>
            <a:ln cap="rnd" cmpd="sng" w="50800">
              <a:solidFill>
                <a:srgbClr val="EDC2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3" name="Google Shape;133;p10"/>
          <p:cNvSpPr txBox="1"/>
          <p:nvPr>
            <p:ph type="title"/>
          </p:nvPr>
        </p:nvSpPr>
        <p:spPr>
          <a:xfrm>
            <a:off x="1472125" y="2823025"/>
            <a:ext cx="9171300" cy="166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34" name="Google Shape;134;p10"/>
          <p:cNvSpPr/>
          <p:nvPr>
            <p:ph idx="2" type="pic"/>
          </p:nvPr>
        </p:nvSpPr>
        <p:spPr>
          <a:xfrm>
            <a:off x="12206625" y="2367375"/>
            <a:ext cx="4338600" cy="64542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0"/>
          <p:cNvSpPr txBox="1"/>
          <p:nvPr>
            <p:ph idx="1" type="body"/>
          </p:nvPr>
        </p:nvSpPr>
        <p:spPr>
          <a:xfrm>
            <a:off x="2263138" y="47410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97550" y="1254025"/>
            <a:ext cx="1636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ormorant SC"/>
              <a:buNone/>
              <a:defRPr i="0" sz="9000" u="none" cap="none" strike="noStrike">
                <a:solidFill>
                  <a:schemeClr val="dk1"/>
                </a:solidFill>
                <a:latin typeface="Cormorant SC"/>
                <a:ea typeface="Cormorant SC"/>
                <a:cs typeface="Cormorant SC"/>
                <a:sym typeface="Cormorant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039275" y="48208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ormorant SC"/>
              <a:buChar char="•"/>
              <a:defRPr i="0" sz="2500" u="none" cap="none" strike="noStrike">
                <a:solidFill>
                  <a:schemeClr val="lt1"/>
                </a:solidFill>
                <a:latin typeface="Cormorant SC"/>
                <a:ea typeface="Cormorant SC"/>
                <a:cs typeface="Cormorant SC"/>
                <a:sym typeface="Cormorant SC"/>
              </a:defRPr>
            </a:lvl1pPr>
            <a:lvl2pPr indent="-3873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ormorant SC"/>
              <a:buChar char="–"/>
              <a:defRPr i="0" sz="2500" u="none" cap="none" strike="noStrike">
                <a:solidFill>
                  <a:schemeClr val="lt1"/>
                </a:solidFill>
                <a:latin typeface="Cormorant SC"/>
                <a:ea typeface="Cormorant SC"/>
                <a:cs typeface="Cormorant SC"/>
                <a:sym typeface="Cormorant SC"/>
              </a:defRPr>
            </a:lvl2pPr>
            <a:lvl3pPr indent="-38735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ormorant SC"/>
              <a:buChar char="•"/>
              <a:defRPr i="0" sz="2500" u="none" cap="none" strike="noStrike">
                <a:solidFill>
                  <a:schemeClr val="lt1"/>
                </a:solidFill>
                <a:latin typeface="Cormorant SC"/>
                <a:ea typeface="Cormorant SC"/>
                <a:cs typeface="Cormorant SC"/>
                <a:sym typeface="Cormorant SC"/>
              </a:defRPr>
            </a:lvl3pPr>
            <a:lvl4pPr indent="-3873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ormorant SC"/>
              <a:buChar char="–"/>
              <a:defRPr i="0" sz="2500" u="none" cap="none" strike="noStrike">
                <a:solidFill>
                  <a:schemeClr val="lt1"/>
                </a:solidFill>
                <a:latin typeface="Cormorant SC"/>
                <a:ea typeface="Cormorant SC"/>
                <a:cs typeface="Cormorant SC"/>
                <a:sym typeface="Cormorant SC"/>
              </a:defRPr>
            </a:lvl4pPr>
            <a:lvl5pPr indent="-3873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ormorant SC"/>
              <a:buChar char="»"/>
              <a:defRPr i="0" sz="2500" u="none" cap="none" strike="noStrike">
                <a:solidFill>
                  <a:schemeClr val="lt1"/>
                </a:solidFill>
                <a:latin typeface="Cormorant SC"/>
                <a:ea typeface="Cormorant SC"/>
                <a:cs typeface="Cormorant SC"/>
                <a:sym typeface="Cormorant SC"/>
              </a:defRPr>
            </a:lvl5pPr>
            <a:lvl6pPr indent="-3873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ormorant SC"/>
              <a:buChar char="•"/>
              <a:defRPr i="0" sz="2500" u="none" cap="none" strike="noStrike">
                <a:solidFill>
                  <a:schemeClr val="lt1"/>
                </a:solidFill>
                <a:latin typeface="Cormorant SC"/>
                <a:ea typeface="Cormorant SC"/>
                <a:cs typeface="Cormorant SC"/>
                <a:sym typeface="Cormorant SC"/>
              </a:defRPr>
            </a:lvl6pPr>
            <a:lvl7pPr indent="-3873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ormorant SC"/>
              <a:buChar char="•"/>
              <a:defRPr i="0" sz="2500" u="none" cap="none" strike="noStrike">
                <a:solidFill>
                  <a:schemeClr val="lt1"/>
                </a:solidFill>
                <a:latin typeface="Cormorant SC"/>
                <a:ea typeface="Cormorant SC"/>
                <a:cs typeface="Cormorant SC"/>
                <a:sym typeface="Cormorant SC"/>
              </a:defRPr>
            </a:lvl7pPr>
            <a:lvl8pPr indent="-3873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ormorant SC"/>
              <a:buChar char="•"/>
              <a:defRPr i="0" sz="2500" u="none" cap="none" strike="noStrike">
                <a:solidFill>
                  <a:schemeClr val="lt1"/>
                </a:solidFill>
                <a:latin typeface="Cormorant SC"/>
                <a:ea typeface="Cormorant SC"/>
                <a:cs typeface="Cormorant SC"/>
                <a:sym typeface="Cormorant SC"/>
              </a:defRPr>
            </a:lvl8pPr>
            <a:lvl9pPr indent="-3873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ormorant SC"/>
              <a:buChar char="•"/>
              <a:defRPr i="0" sz="2500" u="none" cap="none" strike="noStrike">
                <a:solidFill>
                  <a:schemeClr val="lt1"/>
                </a:solidFill>
                <a:latin typeface="Cormorant SC"/>
                <a:ea typeface="Cormorant SC"/>
                <a:cs typeface="Cormorant SC"/>
                <a:sym typeface="Cormorant S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0.jpg"/><Relationship Id="rId5" Type="http://schemas.openxmlformats.org/officeDocument/2006/relationships/image" Target="../media/image4.png"/><Relationship Id="rId6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0.jp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0.jp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0.jp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0.jp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0.jp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0.jp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5634" l="0" r="0" t="-75634"/>
            </a:stretch>
          </a:blipFill>
          <a:ln>
            <a:noFill/>
          </a:ln>
        </p:spPr>
      </p:sp>
      <p:sp>
        <p:nvSpPr>
          <p:cNvPr id="141" name="Google Shape;141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 b="-26551" l="0" r="0" t="-6778"/>
            </a:stretch>
          </a:blipFill>
          <a:ln>
            <a:noFill/>
          </a:ln>
        </p:spPr>
      </p:sp>
      <p:grpSp>
        <p:nvGrpSpPr>
          <p:cNvPr id="142" name="Google Shape;142;p11"/>
          <p:cNvGrpSpPr/>
          <p:nvPr/>
        </p:nvGrpSpPr>
        <p:grpSpPr>
          <a:xfrm>
            <a:off x="954029" y="8821563"/>
            <a:ext cx="16503475" cy="964002"/>
            <a:chOff x="0" y="0"/>
            <a:chExt cx="22004634" cy="1285337"/>
          </a:xfrm>
        </p:grpSpPr>
        <p:cxnSp>
          <p:nvCxnSpPr>
            <p:cNvPr id="143" name="Google Shape;143;p11"/>
            <p:cNvCxnSpPr/>
            <p:nvPr/>
          </p:nvCxnSpPr>
          <p:spPr>
            <a:xfrm>
              <a:off x="15402482" y="556916"/>
              <a:ext cx="6602152" cy="0"/>
            </a:xfrm>
            <a:prstGeom prst="straightConnector1">
              <a:avLst/>
            </a:prstGeom>
            <a:noFill/>
            <a:ln cap="rnd" cmpd="sng" w="50800">
              <a:solidFill>
                <a:srgbClr val="EDC25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4" name="Google Shape;144;p11"/>
            <p:cNvSpPr/>
            <p:nvPr/>
          </p:nvSpPr>
          <p:spPr>
            <a:xfrm rot="10800000">
              <a:off x="9064638" y="0"/>
              <a:ext cx="3909769" cy="1285337"/>
            </a:xfrm>
            <a:custGeom>
              <a:rect b="b" l="l" r="r" t="t"/>
              <a:pathLst>
                <a:path extrusionOk="0" h="1285337" w="3909769">
                  <a:moveTo>
                    <a:pt x="0" y="0"/>
                  </a:moveTo>
                  <a:lnTo>
                    <a:pt x="3909769" y="0"/>
                  </a:lnTo>
                  <a:lnTo>
                    <a:pt x="3909769" y="1285337"/>
                  </a:lnTo>
                  <a:lnTo>
                    <a:pt x="0" y="12853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45" name="Google Shape;145;p11"/>
            <p:cNvCxnSpPr/>
            <p:nvPr/>
          </p:nvCxnSpPr>
          <p:spPr>
            <a:xfrm>
              <a:off x="0" y="556916"/>
              <a:ext cx="6602152" cy="0"/>
            </a:xfrm>
            <a:prstGeom prst="straightConnector1">
              <a:avLst/>
            </a:prstGeom>
            <a:noFill/>
            <a:ln cap="rnd" cmpd="sng" w="50800">
              <a:solidFill>
                <a:srgbClr val="EDC2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6" name="Google Shape;146;p11"/>
          <p:cNvGrpSpPr/>
          <p:nvPr/>
        </p:nvGrpSpPr>
        <p:grpSpPr>
          <a:xfrm rot="10800000">
            <a:off x="954030" y="1028700"/>
            <a:ext cx="16503475" cy="964002"/>
            <a:chOff x="0" y="0"/>
            <a:chExt cx="22004634" cy="1285337"/>
          </a:xfrm>
        </p:grpSpPr>
        <p:cxnSp>
          <p:nvCxnSpPr>
            <p:cNvPr id="147" name="Google Shape;147;p11"/>
            <p:cNvCxnSpPr/>
            <p:nvPr/>
          </p:nvCxnSpPr>
          <p:spPr>
            <a:xfrm>
              <a:off x="15402482" y="556916"/>
              <a:ext cx="6602152" cy="0"/>
            </a:xfrm>
            <a:prstGeom prst="straightConnector1">
              <a:avLst/>
            </a:prstGeom>
            <a:noFill/>
            <a:ln cap="rnd" cmpd="sng" w="50800">
              <a:solidFill>
                <a:srgbClr val="EDC25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8" name="Google Shape;148;p11"/>
            <p:cNvSpPr/>
            <p:nvPr/>
          </p:nvSpPr>
          <p:spPr>
            <a:xfrm rot="10800000">
              <a:off x="9064638" y="0"/>
              <a:ext cx="3909769" cy="1285337"/>
            </a:xfrm>
            <a:custGeom>
              <a:rect b="b" l="l" r="r" t="t"/>
              <a:pathLst>
                <a:path extrusionOk="0" h="1285337" w="3909769">
                  <a:moveTo>
                    <a:pt x="0" y="0"/>
                  </a:moveTo>
                  <a:lnTo>
                    <a:pt x="3909769" y="0"/>
                  </a:lnTo>
                  <a:lnTo>
                    <a:pt x="3909769" y="1285337"/>
                  </a:lnTo>
                  <a:lnTo>
                    <a:pt x="0" y="12853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49" name="Google Shape;149;p11"/>
            <p:cNvCxnSpPr/>
            <p:nvPr/>
          </p:nvCxnSpPr>
          <p:spPr>
            <a:xfrm>
              <a:off x="0" y="556916"/>
              <a:ext cx="6602152" cy="0"/>
            </a:xfrm>
            <a:prstGeom prst="straightConnector1">
              <a:avLst/>
            </a:prstGeom>
            <a:noFill/>
            <a:ln cap="rnd" cmpd="sng" w="50800">
              <a:solidFill>
                <a:srgbClr val="EDC25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0" name="Google Shape;150;p11"/>
          <p:cNvGrpSpPr/>
          <p:nvPr/>
        </p:nvGrpSpPr>
        <p:grpSpPr>
          <a:xfrm>
            <a:off x="1028700" y="2694131"/>
            <a:ext cx="11461271" cy="5369203"/>
            <a:chOff x="0" y="-47625"/>
            <a:chExt cx="9609705" cy="4501810"/>
          </a:xfrm>
        </p:grpSpPr>
        <p:sp>
          <p:nvSpPr>
            <p:cNvPr id="151" name="Google Shape;151;p11"/>
            <p:cNvSpPr/>
            <p:nvPr/>
          </p:nvSpPr>
          <p:spPr>
            <a:xfrm>
              <a:off x="0" y="0"/>
              <a:ext cx="9609705" cy="4454185"/>
            </a:xfrm>
            <a:custGeom>
              <a:rect b="b" l="l" r="r" t="t"/>
              <a:pathLst>
                <a:path extrusionOk="0" h="4454185" w="9609705">
                  <a:moveTo>
                    <a:pt x="10132" y="0"/>
                  </a:moveTo>
                  <a:lnTo>
                    <a:pt x="9599573" y="0"/>
                  </a:lnTo>
                  <a:cubicBezTo>
                    <a:pt x="9605169" y="0"/>
                    <a:pt x="9609705" y="4536"/>
                    <a:pt x="9609705" y="10132"/>
                  </a:cubicBezTo>
                  <a:lnTo>
                    <a:pt x="9609705" y="4444052"/>
                  </a:lnTo>
                  <a:cubicBezTo>
                    <a:pt x="9609705" y="4449648"/>
                    <a:pt x="9605169" y="4454185"/>
                    <a:pt x="9599573" y="4454185"/>
                  </a:cubicBezTo>
                  <a:lnTo>
                    <a:pt x="10132" y="4454185"/>
                  </a:lnTo>
                  <a:cubicBezTo>
                    <a:pt x="4536" y="4454185"/>
                    <a:pt x="0" y="4449648"/>
                    <a:pt x="0" y="4444052"/>
                  </a:cubicBezTo>
                  <a:lnTo>
                    <a:pt x="0" y="10132"/>
                  </a:lnTo>
                  <a:cubicBezTo>
                    <a:pt x="0" y="4536"/>
                    <a:pt x="4536" y="0"/>
                    <a:pt x="10132" y="0"/>
                  </a:cubicBezTo>
                  <a:close/>
                </a:path>
              </a:pathLst>
            </a:custGeom>
            <a:solidFill>
              <a:srgbClr val="8905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 txBox="1"/>
            <p:nvPr/>
          </p:nvSpPr>
          <p:spPr>
            <a:xfrm>
              <a:off x="0" y="-47625"/>
              <a:ext cx="9609705" cy="45018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3" name="Google Shape;153;p11"/>
          <p:cNvSpPr txBox="1"/>
          <p:nvPr/>
        </p:nvSpPr>
        <p:spPr>
          <a:xfrm>
            <a:off x="1508222" y="2790694"/>
            <a:ext cx="8275800" cy="52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99">
                <a:solidFill>
                  <a:srgbClr val="EDC253"/>
                </a:solidFill>
                <a:latin typeface="Cormorant SC"/>
                <a:ea typeface="Cormorant SC"/>
                <a:cs typeface="Cormorant SC"/>
                <a:sym typeface="Cormorant SC"/>
              </a:rPr>
              <a:t>Database</a:t>
            </a:r>
            <a:r>
              <a:rPr b="1" lang="en-US" sz="9999">
                <a:solidFill>
                  <a:srgbClr val="EDC253"/>
                </a:solidFill>
                <a:latin typeface="Cormorant SC"/>
                <a:ea typeface="Cormorant SC"/>
                <a:cs typeface="Cormorant SC"/>
                <a:sym typeface="Cormorant SC"/>
              </a:rPr>
              <a:t> Design Final Project</a:t>
            </a:r>
            <a:endParaRPr/>
          </a:p>
        </p:txBody>
      </p:sp>
      <p:pic>
        <p:nvPicPr>
          <p:cNvPr descr="Computer screen with financial dashboard and a stacks of coins. Economic analysis, risk assessment. Charts and graphs. Vector flat illustration. (Provided by Getty Images)" id="154" name="Google Shape;154;p11"/>
          <p:cNvPicPr preferRelativeResize="0"/>
          <p:nvPr/>
        </p:nvPicPr>
        <p:blipFill rotWithShape="1">
          <a:blip r:embed="rId6">
            <a:alphaModFix/>
          </a:blip>
          <a:srcRect b="0" l="15330" r="15337" t="0"/>
          <a:stretch/>
        </p:blipFill>
        <p:spPr>
          <a:xfrm>
            <a:off x="11315300" y="2359425"/>
            <a:ext cx="6576957" cy="60954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11"/>
          <p:cNvGrpSpPr/>
          <p:nvPr/>
        </p:nvGrpSpPr>
        <p:grpSpPr>
          <a:xfrm>
            <a:off x="16708302" y="7553959"/>
            <a:ext cx="1744558" cy="1267604"/>
            <a:chOff x="0" y="-47625"/>
            <a:chExt cx="1182658" cy="859325"/>
          </a:xfrm>
        </p:grpSpPr>
        <p:sp>
          <p:nvSpPr>
            <p:cNvPr id="156" name="Google Shape;156;p11"/>
            <p:cNvSpPr/>
            <p:nvPr/>
          </p:nvSpPr>
          <p:spPr>
            <a:xfrm>
              <a:off x="0" y="0"/>
              <a:ext cx="1182658" cy="811700"/>
            </a:xfrm>
            <a:custGeom>
              <a:rect b="b" l="l" r="r" t="t"/>
              <a:pathLst>
                <a:path extrusionOk="0" h="811700" w="1182658">
                  <a:moveTo>
                    <a:pt x="66566" y="0"/>
                  </a:moveTo>
                  <a:lnTo>
                    <a:pt x="1116092" y="0"/>
                  </a:lnTo>
                  <a:cubicBezTo>
                    <a:pt x="1133746" y="0"/>
                    <a:pt x="1150677" y="7013"/>
                    <a:pt x="1163161" y="19497"/>
                  </a:cubicBezTo>
                  <a:cubicBezTo>
                    <a:pt x="1175645" y="31980"/>
                    <a:pt x="1182658" y="48912"/>
                    <a:pt x="1182658" y="66566"/>
                  </a:cubicBezTo>
                  <a:lnTo>
                    <a:pt x="1182658" y="745134"/>
                  </a:lnTo>
                  <a:cubicBezTo>
                    <a:pt x="1182658" y="762788"/>
                    <a:pt x="1175645" y="779719"/>
                    <a:pt x="1163161" y="792203"/>
                  </a:cubicBezTo>
                  <a:cubicBezTo>
                    <a:pt x="1150677" y="804687"/>
                    <a:pt x="1133746" y="811700"/>
                    <a:pt x="1116092" y="811700"/>
                  </a:cubicBezTo>
                  <a:lnTo>
                    <a:pt x="66566" y="811700"/>
                  </a:lnTo>
                  <a:cubicBezTo>
                    <a:pt x="48912" y="811700"/>
                    <a:pt x="31980" y="804687"/>
                    <a:pt x="19497" y="792203"/>
                  </a:cubicBezTo>
                  <a:cubicBezTo>
                    <a:pt x="7013" y="779719"/>
                    <a:pt x="0" y="762788"/>
                    <a:pt x="0" y="745134"/>
                  </a:cubicBezTo>
                  <a:lnTo>
                    <a:pt x="0" y="66566"/>
                  </a:lnTo>
                  <a:cubicBezTo>
                    <a:pt x="0" y="48912"/>
                    <a:pt x="7013" y="31980"/>
                    <a:pt x="19497" y="19497"/>
                  </a:cubicBezTo>
                  <a:cubicBezTo>
                    <a:pt x="31980" y="7013"/>
                    <a:pt x="48912" y="0"/>
                    <a:pt x="6656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EDC25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 txBox="1"/>
            <p:nvPr/>
          </p:nvSpPr>
          <p:spPr>
            <a:xfrm>
              <a:off x="0" y="-47625"/>
              <a:ext cx="1182658" cy="859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1"/>
          <p:cNvGrpSpPr/>
          <p:nvPr/>
        </p:nvGrpSpPr>
        <p:grpSpPr>
          <a:xfrm>
            <a:off x="17259300" y="6795730"/>
            <a:ext cx="1744558" cy="1267604"/>
            <a:chOff x="0" y="-47625"/>
            <a:chExt cx="1182658" cy="859325"/>
          </a:xfrm>
        </p:grpSpPr>
        <p:sp>
          <p:nvSpPr>
            <p:cNvPr id="159" name="Google Shape;159;p11"/>
            <p:cNvSpPr/>
            <p:nvPr/>
          </p:nvSpPr>
          <p:spPr>
            <a:xfrm>
              <a:off x="0" y="0"/>
              <a:ext cx="1182658" cy="811700"/>
            </a:xfrm>
            <a:custGeom>
              <a:rect b="b" l="l" r="r" t="t"/>
              <a:pathLst>
                <a:path extrusionOk="0" h="811700" w="1182658">
                  <a:moveTo>
                    <a:pt x="66566" y="0"/>
                  </a:moveTo>
                  <a:lnTo>
                    <a:pt x="1116092" y="0"/>
                  </a:lnTo>
                  <a:cubicBezTo>
                    <a:pt x="1133746" y="0"/>
                    <a:pt x="1150677" y="7013"/>
                    <a:pt x="1163161" y="19497"/>
                  </a:cubicBezTo>
                  <a:cubicBezTo>
                    <a:pt x="1175645" y="31980"/>
                    <a:pt x="1182658" y="48912"/>
                    <a:pt x="1182658" y="66566"/>
                  </a:cubicBezTo>
                  <a:lnTo>
                    <a:pt x="1182658" y="745134"/>
                  </a:lnTo>
                  <a:cubicBezTo>
                    <a:pt x="1182658" y="762788"/>
                    <a:pt x="1175645" y="779719"/>
                    <a:pt x="1163161" y="792203"/>
                  </a:cubicBezTo>
                  <a:cubicBezTo>
                    <a:pt x="1150677" y="804687"/>
                    <a:pt x="1133746" y="811700"/>
                    <a:pt x="1116092" y="811700"/>
                  </a:cubicBezTo>
                  <a:lnTo>
                    <a:pt x="66566" y="811700"/>
                  </a:lnTo>
                  <a:cubicBezTo>
                    <a:pt x="48912" y="811700"/>
                    <a:pt x="31980" y="804687"/>
                    <a:pt x="19497" y="792203"/>
                  </a:cubicBezTo>
                  <a:cubicBezTo>
                    <a:pt x="7013" y="779719"/>
                    <a:pt x="0" y="762788"/>
                    <a:pt x="0" y="745134"/>
                  </a:cubicBezTo>
                  <a:lnTo>
                    <a:pt x="0" y="66566"/>
                  </a:lnTo>
                  <a:cubicBezTo>
                    <a:pt x="0" y="48912"/>
                    <a:pt x="7013" y="31980"/>
                    <a:pt x="19497" y="19497"/>
                  </a:cubicBezTo>
                  <a:cubicBezTo>
                    <a:pt x="31980" y="7013"/>
                    <a:pt x="48912" y="0"/>
                    <a:pt x="6656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EDC25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1"/>
            <p:cNvSpPr txBox="1"/>
            <p:nvPr/>
          </p:nvSpPr>
          <p:spPr>
            <a:xfrm>
              <a:off x="0" y="-47625"/>
              <a:ext cx="1182658" cy="859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11"/>
          <p:cNvSpPr txBox="1"/>
          <p:nvPr/>
        </p:nvSpPr>
        <p:spPr>
          <a:xfrm>
            <a:off x="8726300" y="7715800"/>
            <a:ext cx="258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EDC253"/>
                </a:solidFill>
                <a:latin typeface="Cormorant SC"/>
                <a:ea typeface="Cormorant SC"/>
                <a:cs typeface="Cormorant SC"/>
                <a:sym typeface="Cormorant SC"/>
              </a:rPr>
              <a:t>Lela Saxton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5634" l="0" r="0" t="-75634"/>
            </a:stretch>
          </a:blipFill>
          <a:ln>
            <a:noFill/>
          </a:ln>
        </p:spPr>
      </p:sp>
      <p:sp>
        <p:nvSpPr>
          <p:cNvPr id="167" name="Google Shape;167;p12"/>
          <p:cNvSpPr/>
          <p:nvPr/>
        </p:nvSpPr>
        <p:spPr>
          <a:xfrm>
            <a:off x="0" y="-881625"/>
            <a:ext cx="18288000" cy="13716000"/>
          </a:xfrm>
          <a:custGeom>
            <a:rect b="b" l="l" r="r" t="t"/>
            <a:pathLst>
              <a:path extrusionOk="0"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2"/>
          <p:cNvSpPr txBox="1"/>
          <p:nvPr/>
        </p:nvSpPr>
        <p:spPr>
          <a:xfrm>
            <a:off x="4658279" y="3881728"/>
            <a:ext cx="96783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Padauk"/>
                <a:ea typeface="Padauk"/>
                <a:cs typeface="Padauk"/>
                <a:sym typeface="Padauk"/>
              </a:rPr>
              <a:t>Analyze the </a:t>
            </a:r>
            <a:r>
              <a:rPr b="1" lang="en-US" sz="5000">
                <a:solidFill>
                  <a:srgbClr val="FFFFFF"/>
                </a:solidFill>
                <a:latin typeface="Padauk"/>
                <a:ea typeface="Padauk"/>
                <a:cs typeface="Padauk"/>
                <a:sym typeface="Padauk"/>
              </a:rPr>
              <a:t>correlation</a:t>
            </a:r>
            <a:r>
              <a:rPr b="1" lang="en-US" sz="5000">
                <a:solidFill>
                  <a:srgbClr val="FFFFFF"/>
                </a:solidFill>
                <a:latin typeface="Padauk"/>
                <a:ea typeface="Padauk"/>
                <a:cs typeface="Padauk"/>
                <a:sym typeface="Padauk"/>
              </a:rPr>
              <a:t> between ESG(environmental, social, governance) scores and financial performance</a:t>
            </a:r>
            <a:endParaRPr sz="5000"/>
          </a:p>
        </p:txBody>
      </p:sp>
      <p:sp>
        <p:nvSpPr>
          <p:cNvPr id="169" name="Google Shape;169;p12"/>
          <p:cNvSpPr txBox="1"/>
          <p:nvPr/>
        </p:nvSpPr>
        <p:spPr>
          <a:xfrm>
            <a:off x="2944033" y="1333080"/>
            <a:ext cx="12012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0">
                <a:solidFill>
                  <a:srgbClr val="EDC253"/>
                </a:solidFill>
                <a:latin typeface="Cormorant SC"/>
                <a:ea typeface="Cormorant SC"/>
                <a:cs typeface="Cormorant SC"/>
                <a:sym typeface="Cormorant SC"/>
              </a:rPr>
              <a:t>Purpose</a:t>
            </a:r>
            <a:endParaRPr/>
          </a:p>
        </p:txBody>
      </p:sp>
      <p:sp>
        <p:nvSpPr>
          <p:cNvPr id="170" name="Google Shape;170;p12"/>
          <p:cNvSpPr txBox="1"/>
          <p:nvPr/>
        </p:nvSpPr>
        <p:spPr>
          <a:xfrm>
            <a:off x="3096607" y="3876220"/>
            <a:ext cx="2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12"/>
          <p:cNvGrpSpPr/>
          <p:nvPr/>
        </p:nvGrpSpPr>
        <p:grpSpPr>
          <a:xfrm>
            <a:off x="3516112" y="3153800"/>
            <a:ext cx="10835070" cy="5232475"/>
            <a:chOff x="0" y="-47625"/>
            <a:chExt cx="6150000" cy="3547200"/>
          </a:xfrm>
        </p:grpSpPr>
        <p:sp>
          <p:nvSpPr>
            <p:cNvPr id="172" name="Google Shape;172;p12"/>
            <p:cNvSpPr/>
            <p:nvPr/>
          </p:nvSpPr>
          <p:spPr>
            <a:xfrm>
              <a:off x="0" y="0"/>
              <a:ext cx="6149938" cy="3499544"/>
            </a:xfrm>
            <a:custGeom>
              <a:rect b="b" l="l" r="r" t="t"/>
              <a:pathLst>
                <a:path extrusionOk="0" h="3499544" w="6149938">
                  <a:moveTo>
                    <a:pt x="12801" y="0"/>
                  </a:moveTo>
                  <a:lnTo>
                    <a:pt x="6137137" y="0"/>
                  </a:lnTo>
                  <a:cubicBezTo>
                    <a:pt x="6144207" y="0"/>
                    <a:pt x="6149938" y="5731"/>
                    <a:pt x="6149938" y="12801"/>
                  </a:cubicBezTo>
                  <a:lnTo>
                    <a:pt x="6149938" y="3486743"/>
                  </a:lnTo>
                  <a:cubicBezTo>
                    <a:pt x="6149938" y="3493813"/>
                    <a:pt x="6144207" y="3499544"/>
                    <a:pt x="6137137" y="3499544"/>
                  </a:cubicBezTo>
                  <a:lnTo>
                    <a:pt x="12801" y="3499544"/>
                  </a:lnTo>
                  <a:cubicBezTo>
                    <a:pt x="5731" y="3499544"/>
                    <a:pt x="0" y="3493813"/>
                    <a:pt x="0" y="3486743"/>
                  </a:cubicBezTo>
                  <a:lnTo>
                    <a:pt x="0" y="12801"/>
                  </a:lnTo>
                  <a:cubicBezTo>
                    <a:pt x="0" y="5731"/>
                    <a:pt x="5731" y="0"/>
                    <a:pt x="1280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EDC25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2"/>
            <p:cNvSpPr txBox="1"/>
            <p:nvPr/>
          </p:nvSpPr>
          <p:spPr>
            <a:xfrm>
              <a:off x="0" y="-47625"/>
              <a:ext cx="6150000" cy="354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12"/>
          <p:cNvGrpSpPr/>
          <p:nvPr/>
        </p:nvGrpSpPr>
        <p:grpSpPr>
          <a:xfrm>
            <a:off x="16600442" y="-1380976"/>
            <a:ext cx="1048817" cy="2581126"/>
            <a:chOff x="0" y="-47625"/>
            <a:chExt cx="276232" cy="679803"/>
          </a:xfrm>
        </p:grpSpPr>
        <p:sp>
          <p:nvSpPr>
            <p:cNvPr id="175" name="Google Shape;175;p12"/>
            <p:cNvSpPr/>
            <p:nvPr/>
          </p:nvSpPr>
          <p:spPr>
            <a:xfrm>
              <a:off x="0" y="0"/>
              <a:ext cx="276232" cy="632178"/>
            </a:xfrm>
            <a:custGeom>
              <a:rect b="b" l="l" r="r" t="t"/>
              <a:pathLst>
                <a:path extrusionOk="0" h="632178" w="276232">
                  <a:moveTo>
                    <a:pt x="110724" y="0"/>
                  </a:moveTo>
                  <a:lnTo>
                    <a:pt x="165508" y="0"/>
                  </a:lnTo>
                  <a:cubicBezTo>
                    <a:pt x="194874" y="0"/>
                    <a:pt x="223037" y="11665"/>
                    <a:pt x="243801" y="32430"/>
                  </a:cubicBezTo>
                  <a:cubicBezTo>
                    <a:pt x="264566" y="53195"/>
                    <a:pt x="276232" y="81358"/>
                    <a:pt x="276232" y="110724"/>
                  </a:cubicBezTo>
                  <a:lnTo>
                    <a:pt x="276232" y="521454"/>
                  </a:lnTo>
                  <a:cubicBezTo>
                    <a:pt x="276232" y="550820"/>
                    <a:pt x="264566" y="578983"/>
                    <a:pt x="243801" y="599748"/>
                  </a:cubicBezTo>
                  <a:cubicBezTo>
                    <a:pt x="223037" y="620512"/>
                    <a:pt x="194874" y="632178"/>
                    <a:pt x="165508" y="632178"/>
                  </a:cubicBezTo>
                  <a:lnTo>
                    <a:pt x="110724" y="632178"/>
                  </a:lnTo>
                  <a:cubicBezTo>
                    <a:pt x="81358" y="632178"/>
                    <a:pt x="53195" y="620512"/>
                    <a:pt x="32430" y="599748"/>
                  </a:cubicBezTo>
                  <a:cubicBezTo>
                    <a:pt x="11665" y="578983"/>
                    <a:pt x="0" y="550820"/>
                    <a:pt x="0" y="521454"/>
                  </a:cubicBezTo>
                  <a:lnTo>
                    <a:pt x="0" y="110724"/>
                  </a:lnTo>
                  <a:cubicBezTo>
                    <a:pt x="0" y="81358"/>
                    <a:pt x="11665" y="53195"/>
                    <a:pt x="32430" y="32430"/>
                  </a:cubicBezTo>
                  <a:cubicBezTo>
                    <a:pt x="53195" y="11665"/>
                    <a:pt x="81358" y="0"/>
                    <a:pt x="110724" y="0"/>
                  </a:cubicBezTo>
                  <a:close/>
                </a:path>
              </a:pathLst>
            </a:custGeom>
            <a:solidFill>
              <a:srgbClr val="8905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2"/>
            <p:cNvSpPr txBox="1"/>
            <p:nvPr/>
          </p:nvSpPr>
          <p:spPr>
            <a:xfrm>
              <a:off x="0" y="-47625"/>
              <a:ext cx="276232" cy="6798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12"/>
          <p:cNvGrpSpPr/>
          <p:nvPr/>
        </p:nvGrpSpPr>
        <p:grpSpPr>
          <a:xfrm>
            <a:off x="17259300" y="-1903092"/>
            <a:ext cx="1425463" cy="5135835"/>
            <a:chOff x="0" y="-47625"/>
            <a:chExt cx="375430" cy="1352648"/>
          </a:xfrm>
        </p:grpSpPr>
        <p:sp>
          <p:nvSpPr>
            <p:cNvPr id="178" name="Google Shape;178;p12"/>
            <p:cNvSpPr/>
            <p:nvPr/>
          </p:nvSpPr>
          <p:spPr>
            <a:xfrm>
              <a:off x="0" y="0"/>
              <a:ext cx="375430" cy="1305023"/>
            </a:xfrm>
            <a:custGeom>
              <a:rect b="b" l="l" r="r" t="t"/>
              <a:pathLst>
                <a:path extrusionOk="0" h="1305023" w="375430">
                  <a:moveTo>
                    <a:pt x="81467" y="0"/>
                  </a:moveTo>
                  <a:lnTo>
                    <a:pt x="293963" y="0"/>
                  </a:lnTo>
                  <a:cubicBezTo>
                    <a:pt x="315570" y="0"/>
                    <a:pt x="336291" y="8583"/>
                    <a:pt x="351569" y="23861"/>
                  </a:cubicBezTo>
                  <a:cubicBezTo>
                    <a:pt x="366847" y="39139"/>
                    <a:pt x="375430" y="59861"/>
                    <a:pt x="375430" y="81467"/>
                  </a:cubicBezTo>
                  <a:lnTo>
                    <a:pt x="375430" y="1223555"/>
                  </a:lnTo>
                  <a:cubicBezTo>
                    <a:pt x="375430" y="1268549"/>
                    <a:pt x="338956" y="1305023"/>
                    <a:pt x="293963" y="1305023"/>
                  </a:cubicBezTo>
                  <a:lnTo>
                    <a:pt x="81467" y="1305023"/>
                  </a:lnTo>
                  <a:cubicBezTo>
                    <a:pt x="36474" y="1305023"/>
                    <a:pt x="0" y="1268549"/>
                    <a:pt x="0" y="1223555"/>
                  </a:cubicBezTo>
                  <a:lnTo>
                    <a:pt x="0" y="81467"/>
                  </a:lnTo>
                  <a:cubicBezTo>
                    <a:pt x="0" y="36474"/>
                    <a:pt x="36474" y="0"/>
                    <a:pt x="81467" y="0"/>
                  </a:cubicBezTo>
                  <a:close/>
                </a:path>
              </a:pathLst>
            </a:custGeom>
            <a:solidFill>
              <a:srgbClr val="EDC2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2"/>
            <p:cNvSpPr txBox="1"/>
            <p:nvPr/>
          </p:nvSpPr>
          <p:spPr>
            <a:xfrm>
              <a:off x="0" y="-47625"/>
              <a:ext cx="375430" cy="135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12"/>
          <p:cNvGrpSpPr/>
          <p:nvPr/>
        </p:nvGrpSpPr>
        <p:grpSpPr>
          <a:xfrm>
            <a:off x="17790683" y="2476763"/>
            <a:ext cx="2417812" cy="3385514"/>
            <a:chOff x="0" y="-47625"/>
            <a:chExt cx="1639065" cy="2295083"/>
          </a:xfrm>
        </p:grpSpPr>
        <p:sp>
          <p:nvSpPr>
            <p:cNvPr id="181" name="Google Shape;181;p12"/>
            <p:cNvSpPr/>
            <p:nvPr/>
          </p:nvSpPr>
          <p:spPr>
            <a:xfrm>
              <a:off x="0" y="0"/>
              <a:ext cx="1639065" cy="2247458"/>
            </a:xfrm>
            <a:custGeom>
              <a:rect b="b" l="l" r="r" t="t"/>
              <a:pathLst>
                <a:path extrusionOk="0" h="2247458" w="1639065">
                  <a:moveTo>
                    <a:pt x="48031" y="0"/>
                  </a:moveTo>
                  <a:lnTo>
                    <a:pt x="1591035" y="0"/>
                  </a:lnTo>
                  <a:cubicBezTo>
                    <a:pt x="1603773" y="0"/>
                    <a:pt x="1615990" y="5060"/>
                    <a:pt x="1624997" y="14068"/>
                  </a:cubicBezTo>
                  <a:cubicBezTo>
                    <a:pt x="1634005" y="23075"/>
                    <a:pt x="1639065" y="35292"/>
                    <a:pt x="1639065" y="48031"/>
                  </a:cubicBezTo>
                  <a:lnTo>
                    <a:pt x="1639065" y="2199427"/>
                  </a:lnTo>
                  <a:cubicBezTo>
                    <a:pt x="1639065" y="2225954"/>
                    <a:pt x="1617561" y="2247458"/>
                    <a:pt x="1591035" y="2247458"/>
                  </a:cubicBezTo>
                  <a:lnTo>
                    <a:pt x="48031" y="2247458"/>
                  </a:lnTo>
                  <a:cubicBezTo>
                    <a:pt x="35292" y="2247458"/>
                    <a:pt x="23075" y="2242397"/>
                    <a:pt x="14068" y="2233390"/>
                  </a:cubicBezTo>
                  <a:cubicBezTo>
                    <a:pt x="5060" y="2224382"/>
                    <a:pt x="0" y="2212166"/>
                    <a:pt x="0" y="2199427"/>
                  </a:cubicBezTo>
                  <a:lnTo>
                    <a:pt x="0" y="48031"/>
                  </a:lnTo>
                  <a:cubicBezTo>
                    <a:pt x="0" y="21504"/>
                    <a:pt x="21504" y="0"/>
                    <a:pt x="480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2"/>
            <p:cNvSpPr txBox="1"/>
            <p:nvPr/>
          </p:nvSpPr>
          <p:spPr>
            <a:xfrm>
              <a:off x="0" y="-47625"/>
              <a:ext cx="1639065" cy="2295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3" name="Google Shape;183;p12"/>
          <p:cNvCxnSpPr/>
          <p:nvPr/>
        </p:nvCxnSpPr>
        <p:spPr>
          <a:xfrm>
            <a:off x="12431220" y="9239250"/>
            <a:ext cx="4951614" cy="0"/>
          </a:xfrm>
          <a:prstGeom prst="straightConnector1">
            <a:avLst/>
          </a:prstGeom>
          <a:noFill/>
          <a:ln cap="rnd" cmpd="sng" w="38100">
            <a:solidFill>
              <a:srgbClr val="EDC25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12"/>
          <p:cNvSpPr/>
          <p:nvPr/>
        </p:nvSpPr>
        <p:spPr>
          <a:xfrm rot="10800000">
            <a:off x="7677837" y="8821563"/>
            <a:ext cx="2932327" cy="964002"/>
          </a:xfrm>
          <a:custGeom>
            <a:rect b="b" l="l" r="r" t="t"/>
            <a:pathLst>
              <a:path extrusionOk="0" h="964002" w="2932327">
                <a:moveTo>
                  <a:pt x="0" y="0"/>
                </a:moveTo>
                <a:lnTo>
                  <a:pt x="2932326" y="0"/>
                </a:lnTo>
                <a:lnTo>
                  <a:pt x="2932326" y="964003"/>
                </a:lnTo>
                <a:lnTo>
                  <a:pt x="0" y="9640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85" name="Google Shape;185;p12"/>
          <p:cNvCxnSpPr/>
          <p:nvPr/>
        </p:nvCxnSpPr>
        <p:spPr>
          <a:xfrm>
            <a:off x="879358" y="9239250"/>
            <a:ext cx="4951614" cy="0"/>
          </a:xfrm>
          <a:prstGeom prst="straightConnector1">
            <a:avLst/>
          </a:prstGeom>
          <a:noFill/>
          <a:ln cap="rnd" cmpd="sng" w="38100">
            <a:solidFill>
              <a:srgbClr val="EDC25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6" name="Google Shape;186;p12"/>
          <p:cNvGrpSpPr/>
          <p:nvPr/>
        </p:nvGrpSpPr>
        <p:grpSpPr>
          <a:xfrm>
            <a:off x="-469898" y="5363532"/>
            <a:ext cx="1111253" cy="3385514"/>
            <a:chOff x="0" y="-47625"/>
            <a:chExt cx="753332" cy="2295083"/>
          </a:xfrm>
        </p:grpSpPr>
        <p:sp>
          <p:nvSpPr>
            <p:cNvPr id="187" name="Google Shape;187;p12"/>
            <p:cNvSpPr/>
            <p:nvPr/>
          </p:nvSpPr>
          <p:spPr>
            <a:xfrm>
              <a:off x="0" y="0"/>
              <a:ext cx="753332" cy="2247458"/>
            </a:xfrm>
            <a:custGeom>
              <a:rect b="b" l="l" r="r" t="t"/>
              <a:pathLst>
                <a:path extrusionOk="0" h="2247458" w="753332">
                  <a:moveTo>
                    <a:pt x="104503" y="0"/>
                  </a:moveTo>
                  <a:lnTo>
                    <a:pt x="648830" y="0"/>
                  </a:lnTo>
                  <a:cubicBezTo>
                    <a:pt x="676546" y="0"/>
                    <a:pt x="703126" y="11010"/>
                    <a:pt x="722724" y="30608"/>
                  </a:cubicBezTo>
                  <a:cubicBezTo>
                    <a:pt x="742322" y="50206"/>
                    <a:pt x="753332" y="76787"/>
                    <a:pt x="753332" y="104503"/>
                  </a:cubicBezTo>
                  <a:lnTo>
                    <a:pt x="753332" y="2142955"/>
                  </a:lnTo>
                  <a:cubicBezTo>
                    <a:pt x="753332" y="2170671"/>
                    <a:pt x="742322" y="2197252"/>
                    <a:pt x="722724" y="2216850"/>
                  </a:cubicBezTo>
                  <a:cubicBezTo>
                    <a:pt x="703126" y="2236448"/>
                    <a:pt x="676546" y="2247458"/>
                    <a:pt x="648830" y="2247458"/>
                  </a:cubicBezTo>
                  <a:lnTo>
                    <a:pt x="104503" y="2247458"/>
                  </a:lnTo>
                  <a:cubicBezTo>
                    <a:pt x="76787" y="2247458"/>
                    <a:pt x="50206" y="2236448"/>
                    <a:pt x="30608" y="2216850"/>
                  </a:cubicBezTo>
                  <a:cubicBezTo>
                    <a:pt x="11010" y="2197252"/>
                    <a:pt x="0" y="2170671"/>
                    <a:pt x="0" y="2142955"/>
                  </a:cubicBezTo>
                  <a:lnTo>
                    <a:pt x="0" y="104503"/>
                  </a:lnTo>
                  <a:cubicBezTo>
                    <a:pt x="0" y="76787"/>
                    <a:pt x="11010" y="50206"/>
                    <a:pt x="30608" y="30608"/>
                  </a:cubicBezTo>
                  <a:cubicBezTo>
                    <a:pt x="50206" y="11010"/>
                    <a:pt x="76787" y="0"/>
                    <a:pt x="1045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2"/>
            <p:cNvSpPr txBox="1"/>
            <p:nvPr/>
          </p:nvSpPr>
          <p:spPr>
            <a:xfrm>
              <a:off x="0" y="-47625"/>
              <a:ext cx="753332" cy="2295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12"/>
          <p:cNvGrpSpPr/>
          <p:nvPr/>
        </p:nvGrpSpPr>
        <p:grpSpPr>
          <a:xfrm>
            <a:off x="302725" y="3785648"/>
            <a:ext cx="677262" cy="2762357"/>
            <a:chOff x="0" y="-47625"/>
            <a:chExt cx="459124" cy="1872637"/>
          </a:xfrm>
        </p:grpSpPr>
        <p:sp>
          <p:nvSpPr>
            <p:cNvPr id="190" name="Google Shape;190;p12"/>
            <p:cNvSpPr/>
            <p:nvPr/>
          </p:nvSpPr>
          <p:spPr>
            <a:xfrm>
              <a:off x="0" y="0"/>
              <a:ext cx="459124" cy="1825012"/>
            </a:xfrm>
            <a:custGeom>
              <a:rect b="b" l="l" r="r" t="t"/>
              <a:pathLst>
                <a:path extrusionOk="0" h="1825012" w="459124">
                  <a:moveTo>
                    <a:pt x="171468" y="0"/>
                  </a:moveTo>
                  <a:lnTo>
                    <a:pt x="287656" y="0"/>
                  </a:lnTo>
                  <a:cubicBezTo>
                    <a:pt x="333132" y="0"/>
                    <a:pt x="376746" y="18065"/>
                    <a:pt x="408902" y="50222"/>
                  </a:cubicBezTo>
                  <a:cubicBezTo>
                    <a:pt x="441059" y="82378"/>
                    <a:pt x="459124" y="125992"/>
                    <a:pt x="459124" y="171468"/>
                  </a:cubicBezTo>
                  <a:lnTo>
                    <a:pt x="459124" y="1653543"/>
                  </a:lnTo>
                  <a:cubicBezTo>
                    <a:pt x="459124" y="1748243"/>
                    <a:pt x="382355" y="1825012"/>
                    <a:pt x="287656" y="1825012"/>
                  </a:cubicBezTo>
                  <a:lnTo>
                    <a:pt x="171468" y="1825012"/>
                  </a:lnTo>
                  <a:cubicBezTo>
                    <a:pt x="125992" y="1825012"/>
                    <a:pt x="82378" y="1806946"/>
                    <a:pt x="50222" y="1774790"/>
                  </a:cubicBezTo>
                  <a:cubicBezTo>
                    <a:pt x="18065" y="1742633"/>
                    <a:pt x="0" y="1699020"/>
                    <a:pt x="0" y="1653543"/>
                  </a:cubicBezTo>
                  <a:lnTo>
                    <a:pt x="0" y="171468"/>
                  </a:lnTo>
                  <a:cubicBezTo>
                    <a:pt x="0" y="125992"/>
                    <a:pt x="18065" y="82378"/>
                    <a:pt x="50222" y="50222"/>
                  </a:cubicBezTo>
                  <a:cubicBezTo>
                    <a:pt x="82378" y="18065"/>
                    <a:pt x="125992" y="0"/>
                    <a:pt x="1714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2"/>
            <p:cNvSpPr txBox="1"/>
            <p:nvPr/>
          </p:nvSpPr>
          <p:spPr>
            <a:xfrm>
              <a:off x="0" y="-47625"/>
              <a:ext cx="459124" cy="1872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5639" l="0" r="0" t="-75629"/>
            </a:stretch>
          </a:blipFill>
          <a:ln>
            <a:noFill/>
          </a:ln>
        </p:spPr>
      </p:sp>
      <p:sp>
        <p:nvSpPr>
          <p:cNvPr id="197" name="Google Shape;197;p13"/>
          <p:cNvSpPr/>
          <p:nvPr/>
        </p:nvSpPr>
        <p:spPr>
          <a:xfrm>
            <a:off x="0" y="-821467"/>
            <a:ext cx="18288000" cy="13716000"/>
          </a:xfrm>
          <a:custGeom>
            <a:rect b="b" l="l" r="r" t="t"/>
            <a:pathLst>
              <a:path extrusionOk="0"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13"/>
          <p:cNvSpPr txBox="1"/>
          <p:nvPr/>
        </p:nvSpPr>
        <p:spPr>
          <a:xfrm>
            <a:off x="2027873" y="3232775"/>
            <a:ext cx="7508400" cy="41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adauk"/>
              <a:buChar char="●"/>
            </a:pPr>
            <a:r>
              <a:rPr lang="en-US" sz="3000">
                <a:solidFill>
                  <a:schemeClr val="lt1"/>
                </a:solidFill>
                <a:latin typeface="Padauk"/>
                <a:ea typeface="Padauk"/>
                <a:cs typeface="Padauk"/>
                <a:sym typeface="Padauk"/>
              </a:rPr>
              <a:t>company ESG scores</a:t>
            </a:r>
            <a:endParaRPr sz="3000">
              <a:solidFill>
                <a:schemeClr val="lt1"/>
              </a:solidFill>
              <a:latin typeface="Padauk"/>
              <a:ea typeface="Padauk"/>
              <a:cs typeface="Padauk"/>
              <a:sym typeface="Padauk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adauk"/>
              <a:buChar char="●"/>
            </a:pPr>
            <a:r>
              <a:rPr lang="en-US" sz="3000">
                <a:solidFill>
                  <a:schemeClr val="lt1"/>
                </a:solidFill>
                <a:latin typeface="Padauk"/>
                <a:ea typeface="Padauk"/>
                <a:cs typeface="Padauk"/>
                <a:sym typeface="Padauk"/>
              </a:rPr>
              <a:t>financial performance metrics</a:t>
            </a:r>
            <a:endParaRPr sz="3000">
              <a:solidFill>
                <a:schemeClr val="lt1"/>
              </a:solidFill>
              <a:latin typeface="Padauk"/>
              <a:ea typeface="Padauk"/>
              <a:cs typeface="Padauk"/>
              <a:sym typeface="Padauk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adauk"/>
              <a:buChar char="●"/>
            </a:pPr>
            <a:r>
              <a:rPr lang="en-US" sz="3000">
                <a:solidFill>
                  <a:schemeClr val="lt1"/>
                </a:solidFill>
                <a:latin typeface="Padauk"/>
                <a:ea typeface="Padauk"/>
                <a:cs typeface="Padauk"/>
                <a:sym typeface="Padauk"/>
              </a:rPr>
              <a:t>stock market performance</a:t>
            </a:r>
            <a:endParaRPr sz="3000">
              <a:solidFill>
                <a:schemeClr val="lt1"/>
              </a:solidFill>
              <a:latin typeface="Padauk"/>
              <a:ea typeface="Padauk"/>
              <a:cs typeface="Padauk"/>
              <a:sym typeface="Padauk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adauk"/>
              <a:buChar char="●"/>
            </a:pPr>
            <a:r>
              <a:rPr lang="en-US" sz="3000">
                <a:solidFill>
                  <a:schemeClr val="lt1"/>
                </a:solidFill>
                <a:latin typeface="Padauk"/>
                <a:ea typeface="Padauk"/>
                <a:cs typeface="Padauk"/>
                <a:sym typeface="Padauk"/>
              </a:rPr>
              <a:t>environmental impact metrics</a:t>
            </a:r>
            <a:endParaRPr sz="3000">
              <a:solidFill>
                <a:schemeClr val="lt1"/>
              </a:solidFill>
              <a:latin typeface="Padauk"/>
              <a:ea typeface="Padauk"/>
              <a:cs typeface="Padauk"/>
              <a:sym typeface="Padauk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adauk"/>
              <a:buChar char="●"/>
            </a:pPr>
            <a:r>
              <a:rPr lang="en-US" sz="3000">
                <a:solidFill>
                  <a:schemeClr val="lt1"/>
                </a:solidFill>
                <a:latin typeface="Padauk"/>
                <a:ea typeface="Padauk"/>
                <a:cs typeface="Padauk"/>
                <a:sym typeface="Padauk"/>
              </a:rPr>
              <a:t>social responsibility indicators</a:t>
            </a:r>
            <a:endParaRPr sz="3000">
              <a:solidFill>
                <a:schemeClr val="lt1"/>
              </a:solidFill>
              <a:latin typeface="Padauk"/>
              <a:ea typeface="Padauk"/>
              <a:cs typeface="Padauk"/>
              <a:sym typeface="Padauk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adauk"/>
              <a:buChar char="●"/>
            </a:pPr>
            <a:r>
              <a:rPr lang="en-US" sz="3000">
                <a:solidFill>
                  <a:schemeClr val="lt1"/>
                </a:solidFill>
                <a:latin typeface="Padauk"/>
                <a:ea typeface="Padauk"/>
                <a:cs typeface="Padauk"/>
                <a:sym typeface="Padauk"/>
              </a:rPr>
              <a:t>governance metrics</a:t>
            </a:r>
            <a:endParaRPr sz="3000">
              <a:solidFill>
                <a:schemeClr val="lt1"/>
              </a:solidFill>
              <a:latin typeface="Padauk"/>
              <a:ea typeface="Padauk"/>
              <a:cs typeface="Padauk"/>
              <a:sym typeface="Padauk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adauk"/>
              <a:buChar char="●"/>
            </a:pPr>
            <a:r>
              <a:rPr lang="en-US" sz="3000">
                <a:solidFill>
                  <a:schemeClr val="lt1"/>
                </a:solidFill>
                <a:latin typeface="Padauk"/>
                <a:ea typeface="Padauk"/>
                <a:cs typeface="Padauk"/>
                <a:sym typeface="Padauk"/>
              </a:rPr>
              <a:t>external risk and controversy scores. </a:t>
            </a:r>
            <a:endParaRPr sz="3000">
              <a:solidFill>
                <a:schemeClr val="lt1"/>
              </a:solidFill>
              <a:latin typeface="Padauk"/>
              <a:ea typeface="Padauk"/>
              <a:cs typeface="Padauk"/>
              <a:sym typeface="Padauk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Padauk"/>
              <a:ea typeface="Padauk"/>
              <a:cs typeface="Padauk"/>
              <a:sym typeface="Padauk"/>
            </a:endParaRPr>
          </a:p>
        </p:txBody>
      </p:sp>
      <p:grpSp>
        <p:nvGrpSpPr>
          <p:cNvPr id="199" name="Google Shape;199;p13"/>
          <p:cNvGrpSpPr/>
          <p:nvPr/>
        </p:nvGrpSpPr>
        <p:grpSpPr>
          <a:xfrm>
            <a:off x="1829025" y="2938350"/>
            <a:ext cx="8780970" cy="4882011"/>
            <a:chOff x="0" y="-47625"/>
            <a:chExt cx="6150000" cy="3547200"/>
          </a:xfrm>
        </p:grpSpPr>
        <p:sp>
          <p:nvSpPr>
            <p:cNvPr id="200" name="Google Shape;200;p13"/>
            <p:cNvSpPr/>
            <p:nvPr/>
          </p:nvSpPr>
          <p:spPr>
            <a:xfrm>
              <a:off x="0" y="0"/>
              <a:ext cx="6149938" cy="3499544"/>
            </a:xfrm>
            <a:custGeom>
              <a:rect b="b" l="l" r="r" t="t"/>
              <a:pathLst>
                <a:path extrusionOk="0" h="3499544" w="6149938">
                  <a:moveTo>
                    <a:pt x="12801" y="0"/>
                  </a:moveTo>
                  <a:lnTo>
                    <a:pt x="6137137" y="0"/>
                  </a:lnTo>
                  <a:cubicBezTo>
                    <a:pt x="6144207" y="0"/>
                    <a:pt x="6149938" y="5731"/>
                    <a:pt x="6149938" y="12801"/>
                  </a:cubicBezTo>
                  <a:lnTo>
                    <a:pt x="6149938" y="3486743"/>
                  </a:lnTo>
                  <a:cubicBezTo>
                    <a:pt x="6149938" y="3493813"/>
                    <a:pt x="6144207" y="3499544"/>
                    <a:pt x="6137137" y="3499544"/>
                  </a:cubicBezTo>
                  <a:lnTo>
                    <a:pt x="12801" y="3499544"/>
                  </a:lnTo>
                  <a:cubicBezTo>
                    <a:pt x="5731" y="3499544"/>
                    <a:pt x="0" y="3493813"/>
                    <a:pt x="0" y="3486743"/>
                  </a:cubicBezTo>
                  <a:lnTo>
                    <a:pt x="0" y="12801"/>
                  </a:lnTo>
                  <a:cubicBezTo>
                    <a:pt x="0" y="5731"/>
                    <a:pt x="5731" y="0"/>
                    <a:pt x="1280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5550">
              <a:solidFill>
                <a:srgbClr val="EDC25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85300" lIns="85300" spcFirstLastPara="1" rIns="85300" wrap="square" tIns="85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3"/>
            <p:cNvSpPr txBox="1"/>
            <p:nvPr/>
          </p:nvSpPr>
          <p:spPr>
            <a:xfrm>
              <a:off x="0" y="-47625"/>
              <a:ext cx="6150000" cy="354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13"/>
          <p:cNvSpPr txBox="1"/>
          <p:nvPr/>
        </p:nvSpPr>
        <p:spPr>
          <a:xfrm>
            <a:off x="879358" y="1363155"/>
            <a:ext cx="12012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0">
                <a:solidFill>
                  <a:srgbClr val="EDC253"/>
                </a:solidFill>
                <a:latin typeface="Cormorant SC"/>
                <a:ea typeface="Cormorant SC"/>
                <a:cs typeface="Cormorant SC"/>
                <a:sym typeface="Cormorant SC"/>
              </a:rPr>
              <a:t>Data Points Stored</a:t>
            </a:r>
            <a:endParaRPr/>
          </a:p>
        </p:txBody>
      </p:sp>
      <p:sp>
        <p:nvSpPr>
          <p:cNvPr id="203" name="Google Shape;203;p13"/>
          <p:cNvSpPr txBox="1"/>
          <p:nvPr/>
        </p:nvSpPr>
        <p:spPr>
          <a:xfrm>
            <a:off x="3096607" y="3876220"/>
            <a:ext cx="2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4" name="Google Shape;204;p13"/>
          <p:cNvGrpSpPr/>
          <p:nvPr/>
        </p:nvGrpSpPr>
        <p:grpSpPr>
          <a:xfrm>
            <a:off x="16600442" y="-1380977"/>
            <a:ext cx="1049083" cy="2581144"/>
            <a:chOff x="0" y="-47625"/>
            <a:chExt cx="276300" cy="679803"/>
          </a:xfrm>
        </p:grpSpPr>
        <p:sp>
          <p:nvSpPr>
            <p:cNvPr id="205" name="Google Shape;205;p13"/>
            <p:cNvSpPr/>
            <p:nvPr/>
          </p:nvSpPr>
          <p:spPr>
            <a:xfrm>
              <a:off x="0" y="0"/>
              <a:ext cx="276232" cy="632178"/>
            </a:xfrm>
            <a:custGeom>
              <a:rect b="b" l="l" r="r" t="t"/>
              <a:pathLst>
                <a:path extrusionOk="0" h="632178" w="276232">
                  <a:moveTo>
                    <a:pt x="110724" y="0"/>
                  </a:moveTo>
                  <a:lnTo>
                    <a:pt x="165508" y="0"/>
                  </a:lnTo>
                  <a:cubicBezTo>
                    <a:pt x="194874" y="0"/>
                    <a:pt x="223037" y="11665"/>
                    <a:pt x="243801" y="32430"/>
                  </a:cubicBezTo>
                  <a:cubicBezTo>
                    <a:pt x="264566" y="53195"/>
                    <a:pt x="276232" y="81358"/>
                    <a:pt x="276232" y="110724"/>
                  </a:cubicBezTo>
                  <a:lnTo>
                    <a:pt x="276232" y="521454"/>
                  </a:lnTo>
                  <a:cubicBezTo>
                    <a:pt x="276232" y="550820"/>
                    <a:pt x="264566" y="578983"/>
                    <a:pt x="243801" y="599748"/>
                  </a:cubicBezTo>
                  <a:cubicBezTo>
                    <a:pt x="223037" y="620512"/>
                    <a:pt x="194874" y="632178"/>
                    <a:pt x="165508" y="632178"/>
                  </a:cubicBezTo>
                  <a:lnTo>
                    <a:pt x="110724" y="632178"/>
                  </a:lnTo>
                  <a:cubicBezTo>
                    <a:pt x="81358" y="632178"/>
                    <a:pt x="53195" y="620512"/>
                    <a:pt x="32430" y="599748"/>
                  </a:cubicBezTo>
                  <a:cubicBezTo>
                    <a:pt x="11665" y="578983"/>
                    <a:pt x="0" y="550820"/>
                    <a:pt x="0" y="521454"/>
                  </a:cubicBezTo>
                  <a:lnTo>
                    <a:pt x="0" y="110724"/>
                  </a:lnTo>
                  <a:cubicBezTo>
                    <a:pt x="0" y="81358"/>
                    <a:pt x="11665" y="53195"/>
                    <a:pt x="32430" y="32430"/>
                  </a:cubicBezTo>
                  <a:cubicBezTo>
                    <a:pt x="53195" y="11665"/>
                    <a:pt x="81358" y="0"/>
                    <a:pt x="110724" y="0"/>
                  </a:cubicBezTo>
                  <a:close/>
                </a:path>
              </a:pathLst>
            </a:custGeom>
            <a:solidFill>
              <a:srgbClr val="8905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3"/>
            <p:cNvSpPr txBox="1"/>
            <p:nvPr/>
          </p:nvSpPr>
          <p:spPr>
            <a:xfrm>
              <a:off x="0" y="-47625"/>
              <a:ext cx="276300" cy="6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13"/>
          <p:cNvGrpSpPr/>
          <p:nvPr/>
        </p:nvGrpSpPr>
        <p:grpSpPr>
          <a:xfrm>
            <a:off x="17259300" y="-1903093"/>
            <a:ext cx="1425470" cy="5136067"/>
            <a:chOff x="0" y="-47625"/>
            <a:chExt cx="375430" cy="1352700"/>
          </a:xfrm>
        </p:grpSpPr>
        <p:sp>
          <p:nvSpPr>
            <p:cNvPr id="208" name="Google Shape;208;p13"/>
            <p:cNvSpPr/>
            <p:nvPr/>
          </p:nvSpPr>
          <p:spPr>
            <a:xfrm>
              <a:off x="0" y="0"/>
              <a:ext cx="375430" cy="1305023"/>
            </a:xfrm>
            <a:custGeom>
              <a:rect b="b" l="l" r="r" t="t"/>
              <a:pathLst>
                <a:path extrusionOk="0" h="1305023" w="375430">
                  <a:moveTo>
                    <a:pt x="81467" y="0"/>
                  </a:moveTo>
                  <a:lnTo>
                    <a:pt x="293963" y="0"/>
                  </a:lnTo>
                  <a:cubicBezTo>
                    <a:pt x="315570" y="0"/>
                    <a:pt x="336291" y="8583"/>
                    <a:pt x="351569" y="23861"/>
                  </a:cubicBezTo>
                  <a:cubicBezTo>
                    <a:pt x="366847" y="39139"/>
                    <a:pt x="375430" y="59861"/>
                    <a:pt x="375430" y="81467"/>
                  </a:cubicBezTo>
                  <a:lnTo>
                    <a:pt x="375430" y="1223555"/>
                  </a:lnTo>
                  <a:cubicBezTo>
                    <a:pt x="375430" y="1268549"/>
                    <a:pt x="338956" y="1305023"/>
                    <a:pt x="293963" y="1305023"/>
                  </a:cubicBezTo>
                  <a:lnTo>
                    <a:pt x="81467" y="1305023"/>
                  </a:lnTo>
                  <a:cubicBezTo>
                    <a:pt x="36474" y="1305023"/>
                    <a:pt x="0" y="1268549"/>
                    <a:pt x="0" y="1223555"/>
                  </a:cubicBezTo>
                  <a:lnTo>
                    <a:pt x="0" y="81467"/>
                  </a:lnTo>
                  <a:cubicBezTo>
                    <a:pt x="0" y="36474"/>
                    <a:pt x="36474" y="0"/>
                    <a:pt x="81467" y="0"/>
                  </a:cubicBezTo>
                  <a:close/>
                </a:path>
              </a:pathLst>
            </a:custGeom>
            <a:solidFill>
              <a:srgbClr val="EDC2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3"/>
            <p:cNvSpPr txBox="1"/>
            <p:nvPr/>
          </p:nvSpPr>
          <p:spPr>
            <a:xfrm>
              <a:off x="0" y="-47625"/>
              <a:ext cx="3753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13"/>
          <p:cNvGrpSpPr/>
          <p:nvPr/>
        </p:nvGrpSpPr>
        <p:grpSpPr>
          <a:xfrm>
            <a:off x="17790683" y="2476763"/>
            <a:ext cx="2417984" cy="3385477"/>
            <a:chOff x="0" y="-47625"/>
            <a:chExt cx="1639200" cy="2295083"/>
          </a:xfrm>
        </p:grpSpPr>
        <p:sp>
          <p:nvSpPr>
            <p:cNvPr id="211" name="Google Shape;211;p13"/>
            <p:cNvSpPr/>
            <p:nvPr/>
          </p:nvSpPr>
          <p:spPr>
            <a:xfrm>
              <a:off x="0" y="0"/>
              <a:ext cx="1639065" cy="2247458"/>
            </a:xfrm>
            <a:custGeom>
              <a:rect b="b" l="l" r="r" t="t"/>
              <a:pathLst>
                <a:path extrusionOk="0" h="2247458" w="1639065">
                  <a:moveTo>
                    <a:pt x="48031" y="0"/>
                  </a:moveTo>
                  <a:lnTo>
                    <a:pt x="1591035" y="0"/>
                  </a:lnTo>
                  <a:cubicBezTo>
                    <a:pt x="1603773" y="0"/>
                    <a:pt x="1615990" y="5060"/>
                    <a:pt x="1624997" y="14068"/>
                  </a:cubicBezTo>
                  <a:cubicBezTo>
                    <a:pt x="1634005" y="23075"/>
                    <a:pt x="1639065" y="35292"/>
                    <a:pt x="1639065" y="48031"/>
                  </a:cubicBezTo>
                  <a:lnTo>
                    <a:pt x="1639065" y="2199427"/>
                  </a:lnTo>
                  <a:cubicBezTo>
                    <a:pt x="1639065" y="2225954"/>
                    <a:pt x="1617561" y="2247458"/>
                    <a:pt x="1591035" y="2247458"/>
                  </a:cubicBezTo>
                  <a:lnTo>
                    <a:pt x="48031" y="2247458"/>
                  </a:lnTo>
                  <a:cubicBezTo>
                    <a:pt x="35292" y="2247458"/>
                    <a:pt x="23075" y="2242397"/>
                    <a:pt x="14068" y="2233390"/>
                  </a:cubicBezTo>
                  <a:cubicBezTo>
                    <a:pt x="5060" y="2224382"/>
                    <a:pt x="0" y="2212166"/>
                    <a:pt x="0" y="2199427"/>
                  </a:cubicBezTo>
                  <a:lnTo>
                    <a:pt x="0" y="48031"/>
                  </a:lnTo>
                  <a:cubicBezTo>
                    <a:pt x="0" y="21504"/>
                    <a:pt x="21504" y="0"/>
                    <a:pt x="480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3"/>
            <p:cNvSpPr txBox="1"/>
            <p:nvPr/>
          </p:nvSpPr>
          <p:spPr>
            <a:xfrm>
              <a:off x="0" y="-47625"/>
              <a:ext cx="1639200" cy="22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3" name="Google Shape;213;p13"/>
          <p:cNvCxnSpPr/>
          <p:nvPr/>
        </p:nvCxnSpPr>
        <p:spPr>
          <a:xfrm>
            <a:off x="12431220" y="9239250"/>
            <a:ext cx="4951500" cy="0"/>
          </a:xfrm>
          <a:prstGeom prst="straightConnector1">
            <a:avLst/>
          </a:prstGeom>
          <a:noFill/>
          <a:ln cap="rnd" cmpd="sng" w="38100">
            <a:solidFill>
              <a:srgbClr val="EDC25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13"/>
          <p:cNvSpPr/>
          <p:nvPr/>
        </p:nvSpPr>
        <p:spPr>
          <a:xfrm rot="10800000">
            <a:off x="7677837" y="8821563"/>
            <a:ext cx="2932327" cy="964002"/>
          </a:xfrm>
          <a:custGeom>
            <a:rect b="b" l="l" r="r" t="t"/>
            <a:pathLst>
              <a:path extrusionOk="0" h="964002" w="2932327">
                <a:moveTo>
                  <a:pt x="0" y="0"/>
                </a:moveTo>
                <a:lnTo>
                  <a:pt x="2932326" y="0"/>
                </a:lnTo>
                <a:lnTo>
                  <a:pt x="2932326" y="964003"/>
                </a:lnTo>
                <a:lnTo>
                  <a:pt x="0" y="9640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15" name="Google Shape;215;p13"/>
          <p:cNvCxnSpPr/>
          <p:nvPr/>
        </p:nvCxnSpPr>
        <p:spPr>
          <a:xfrm>
            <a:off x="879358" y="9239250"/>
            <a:ext cx="4951500" cy="0"/>
          </a:xfrm>
          <a:prstGeom prst="straightConnector1">
            <a:avLst/>
          </a:prstGeom>
          <a:noFill/>
          <a:ln cap="rnd" cmpd="sng" w="38100">
            <a:solidFill>
              <a:srgbClr val="EDC25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6" name="Google Shape;216;p13"/>
          <p:cNvGrpSpPr/>
          <p:nvPr/>
        </p:nvGrpSpPr>
        <p:grpSpPr>
          <a:xfrm>
            <a:off x="-469898" y="5363532"/>
            <a:ext cx="1111240" cy="3385477"/>
            <a:chOff x="0" y="-47625"/>
            <a:chExt cx="753332" cy="2295083"/>
          </a:xfrm>
        </p:grpSpPr>
        <p:sp>
          <p:nvSpPr>
            <p:cNvPr id="217" name="Google Shape;217;p13"/>
            <p:cNvSpPr/>
            <p:nvPr/>
          </p:nvSpPr>
          <p:spPr>
            <a:xfrm>
              <a:off x="0" y="0"/>
              <a:ext cx="753332" cy="2247458"/>
            </a:xfrm>
            <a:custGeom>
              <a:rect b="b" l="l" r="r" t="t"/>
              <a:pathLst>
                <a:path extrusionOk="0" h="2247458" w="753332">
                  <a:moveTo>
                    <a:pt x="104503" y="0"/>
                  </a:moveTo>
                  <a:lnTo>
                    <a:pt x="648830" y="0"/>
                  </a:lnTo>
                  <a:cubicBezTo>
                    <a:pt x="676546" y="0"/>
                    <a:pt x="703126" y="11010"/>
                    <a:pt x="722724" y="30608"/>
                  </a:cubicBezTo>
                  <a:cubicBezTo>
                    <a:pt x="742322" y="50206"/>
                    <a:pt x="753332" y="76787"/>
                    <a:pt x="753332" y="104503"/>
                  </a:cubicBezTo>
                  <a:lnTo>
                    <a:pt x="753332" y="2142955"/>
                  </a:lnTo>
                  <a:cubicBezTo>
                    <a:pt x="753332" y="2170671"/>
                    <a:pt x="742322" y="2197252"/>
                    <a:pt x="722724" y="2216850"/>
                  </a:cubicBezTo>
                  <a:cubicBezTo>
                    <a:pt x="703126" y="2236448"/>
                    <a:pt x="676546" y="2247458"/>
                    <a:pt x="648830" y="2247458"/>
                  </a:cubicBezTo>
                  <a:lnTo>
                    <a:pt x="104503" y="2247458"/>
                  </a:lnTo>
                  <a:cubicBezTo>
                    <a:pt x="76787" y="2247458"/>
                    <a:pt x="50206" y="2236448"/>
                    <a:pt x="30608" y="2216850"/>
                  </a:cubicBezTo>
                  <a:cubicBezTo>
                    <a:pt x="11010" y="2197252"/>
                    <a:pt x="0" y="2170671"/>
                    <a:pt x="0" y="2142955"/>
                  </a:cubicBezTo>
                  <a:lnTo>
                    <a:pt x="0" y="104503"/>
                  </a:lnTo>
                  <a:cubicBezTo>
                    <a:pt x="0" y="76787"/>
                    <a:pt x="11010" y="50206"/>
                    <a:pt x="30608" y="30608"/>
                  </a:cubicBezTo>
                  <a:cubicBezTo>
                    <a:pt x="50206" y="11010"/>
                    <a:pt x="76787" y="0"/>
                    <a:pt x="1045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3"/>
            <p:cNvSpPr txBox="1"/>
            <p:nvPr/>
          </p:nvSpPr>
          <p:spPr>
            <a:xfrm>
              <a:off x="0" y="-47625"/>
              <a:ext cx="753300" cy="22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13"/>
          <p:cNvGrpSpPr/>
          <p:nvPr/>
        </p:nvGrpSpPr>
        <p:grpSpPr>
          <a:xfrm>
            <a:off x="302725" y="3785648"/>
            <a:ext cx="677254" cy="2762327"/>
            <a:chOff x="0" y="-47625"/>
            <a:chExt cx="459124" cy="1872637"/>
          </a:xfrm>
        </p:grpSpPr>
        <p:sp>
          <p:nvSpPr>
            <p:cNvPr id="220" name="Google Shape;220;p13"/>
            <p:cNvSpPr/>
            <p:nvPr/>
          </p:nvSpPr>
          <p:spPr>
            <a:xfrm>
              <a:off x="0" y="0"/>
              <a:ext cx="459124" cy="1825012"/>
            </a:xfrm>
            <a:custGeom>
              <a:rect b="b" l="l" r="r" t="t"/>
              <a:pathLst>
                <a:path extrusionOk="0" h="1825012" w="459124">
                  <a:moveTo>
                    <a:pt x="171468" y="0"/>
                  </a:moveTo>
                  <a:lnTo>
                    <a:pt x="287656" y="0"/>
                  </a:lnTo>
                  <a:cubicBezTo>
                    <a:pt x="333132" y="0"/>
                    <a:pt x="376746" y="18065"/>
                    <a:pt x="408902" y="50222"/>
                  </a:cubicBezTo>
                  <a:cubicBezTo>
                    <a:pt x="441059" y="82378"/>
                    <a:pt x="459124" y="125992"/>
                    <a:pt x="459124" y="171468"/>
                  </a:cubicBezTo>
                  <a:lnTo>
                    <a:pt x="459124" y="1653543"/>
                  </a:lnTo>
                  <a:cubicBezTo>
                    <a:pt x="459124" y="1748243"/>
                    <a:pt x="382355" y="1825012"/>
                    <a:pt x="287656" y="1825012"/>
                  </a:cubicBezTo>
                  <a:lnTo>
                    <a:pt x="171468" y="1825012"/>
                  </a:lnTo>
                  <a:cubicBezTo>
                    <a:pt x="125992" y="1825012"/>
                    <a:pt x="82378" y="1806946"/>
                    <a:pt x="50222" y="1774790"/>
                  </a:cubicBezTo>
                  <a:cubicBezTo>
                    <a:pt x="18065" y="1742633"/>
                    <a:pt x="0" y="1699020"/>
                    <a:pt x="0" y="1653543"/>
                  </a:cubicBezTo>
                  <a:lnTo>
                    <a:pt x="0" y="171468"/>
                  </a:lnTo>
                  <a:cubicBezTo>
                    <a:pt x="0" y="125992"/>
                    <a:pt x="18065" y="82378"/>
                    <a:pt x="50222" y="50222"/>
                  </a:cubicBezTo>
                  <a:cubicBezTo>
                    <a:pt x="82378" y="18065"/>
                    <a:pt x="125992" y="0"/>
                    <a:pt x="1714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3"/>
            <p:cNvSpPr txBox="1"/>
            <p:nvPr/>
          </p:nvSpPr>
          <p:spPr>
            <a:xfrm>
              <a:off x="0" y="-47625"/>
              <a:ext cx="459000" cy="187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2" name="Google Shape;222;p13" title="Screenshot 2026-05-11 12043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545177" y="1714500"/>
            <a:ext cx="29432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5639" l="0" r="0" t="-75629"/>
            </a:stretch>
          </a:blipFill>
          <a:ln>
            <a:noFill/>
          </a:ln>
        </p:spPr>
      </p:sp>
      <p:sp>
        <p:nvSpPr>
          <p:cNvPr id="228" name="Google Shape;228;p14"/>
          <p:cNvSpPr/>
          <p:nvPr/>
        </p:nvSpPr>
        <p:spPr>
          <a:xfrm>
            <a:off x="0" y="-862540"/>
            <a:ext cx="18288000" cy="13716000"/>
          </a:xfrm>
          <a:custGeom>
            <a:rect b="b" l="l" r="r" t="t"/>
            <a:pathLst>
              <a:path extrusionOk="0"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9" name="Google Shape;229;p14"/>
          <p:cNvGrpSpPr/>
          <p:nvPr/>
        </p:nvGrpSpPr>
        <p:grpSpPr>
          <a:xfrm>
            <a:off x="1867200" y="2832500"/>
            <a:ext cx="13432830" cy="5232475"/>
            <a:chOff x="0" y="-47625"/>
            <a:chExt cx="6150000" cy="3547200"/>
          </a:xfrm>
        </p:grpSpPr>
        <p:sp>
          <p:nvSpPr>
            <p:cNvPr id="230" name="Google Shape;230;p14"/>
            <p:cNvSpPr/>
            <p:nvPr/>
          </p:nvSpPr>
          <p:spPr>
            <a:xfrm>
              <a:off x="0" y="0"/>
              <a:ext cx="6149938" cy="3499544"/>
            </a:xfrm>
            <a:custGeom>
              <a:rect b="b" l="l" r="r" t="t"/>
              <a:pathLst>
                <a:path extrusionOk="0" h="3499544" w="6149938">
                  <a:moveTo>
                    <a:pt x="12801" y="0"/>
                  </a:moveTo>
                  <a:lnTo>
                    <a:pt x="6137137" y="0"/>
                  </a:lnTo>
                  <a:cubicBezTo>
                    <a:pt x="6144207" y="0"/>
                    <a:pt x="6149938" y="5731"/>
                    <a:pt x="6149938" y="12801"/>
                  </a:cubicBezTo>
                  <a:lnTo>
                    <a:pt x="6149938" y="3486743"/>
                  </a:lnTo>
                  <a:cubicBezTo>
                    <a:pt x="6149938" y="3493813"/>
                    <a:pt x="6144207" y="3499544"/>
                    <a:pt x="6137137" y="3499544"/>
                  </a:cubicBezTo>
                  <a:lnTo>
                    <a:pt x="12801" y="3499544"/>
                  </a:lnTo>
                  <a:cubicBezTo>
                    <a:pt x="5731" y="3499544"/>
                    <a:pt x="0" y="3493813"/>
                    <a:pt x="0" y="3486743"/>
                  </a:cubicBezTo>
                  <a:lnTo>
                    <a:pt x="0" y="12801"/>
                  </a:lnTo>
                  <a:cubicBezTo>
                    <a:pt x="0" y="5731"/>
                    <a:pt x="5731" y="0"/>
                    <a:pt x="1280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EDC25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4"/>
            <p:cNvSpPr txBox="1"/>
            <p:nvPr/>
          </p:nvSpPr>
          <p:spPr>
            <a:xfrm>
              <a:off x="0" y="-47625"/>
              <a:ext cx="6150000" cy="354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14"/>
          <p:cNvSpPr txBox="1"/>
          <p:nvPr/>
        </p:nvSpPr>
        <p:spPr>
          <a:xfrm>
            <a:off x="879358" y="1363155"/>
            <a:ext cx="12012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0">
                <a:solidFill>
                  <a:srgbClr val="EDC253"/>
                </a:solidFill>
                <a:latin typeface="Cormorant SC"/>
                <a:ea typeface="Cormorant SC"/>
                <a:cs typeface="Cormorant SC"/>
                <a:sym typeface="Cormorant SC"/>
              </a:rPr>
              <a:t>ERD Diagram</a:t>
            </a:r>
            <a:endParaRPr/>
          </a:p>
        </p:txBody>
      </p:sp>
      <p:sp>
        <p:nvSpPr>
          <p:cNvPr id="233" name="Google Shape;233;p14"/>
          <p:cNvSpPr txBox="1"/>
          <p:nvPr/>
        </p:nvSpPr>
        <p:spPr>
          <a:xfrm>
            <a:off x="3096607" y="3876220"/>
            <a:ext cx="2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" name="Google Shape;234;p14"/>
          <p:cNvGrpSpPr/>
          <p:nvPr/>
        </p:nvGrpSpPr>
        <p:grpSpPr>
          <a:xfrm>
            <a:off x="16600442" y="-1380977"/>
            <a:ext cx="1049083" cy="2581144"/>
            <a:chOff x="0" y="-47625"/>
            <a:chExt cx="276300" cy="679803"/>
          </a:xfrm>
        </p:grpSpPr>
        <p:sp>
          <p:nvSpPr>
            <p:cNvPr id="235" name="Google Shape;235;p14"/>
            <p:cNvSpPr/>
            <p:nvPr/>
          </p:nvSpPr>
          <p:spPr>
            <a:xfrm>
              <a:off x="0" y="0"/>
              <a:ext cx="276232" cy="632178"/>
            </a:xfrm>
            <a:custGeom>
              <a:rect b="b" l="l" r="r" t="t"/>
              <a:pathLst>
                <a:path extrusionOk="0" h="632178" w="276232">
                  <a:moveTo>
                    <a:pt x="110724" y="0"/>
                  </a:moveTo>
                  <a:lnTo>
                    <a:pt x="165508" y="0"/>
                  </a:lnTo>
                  <a:cubicBezTo>
                    <a:pt x="194874" y="0"/>
                    <a:pt x="223037" y="11665"/>
                    <a:pt x="243801" y="32430"/>
                  </a:cubicBezTo>
                  <a:cubicBezTo>
                    <a:pt x="264566" y="53195"/>
                    <a:pt x="276232" y="81358"/>
                    <a:pt x="276232" y="110724"/>
                  </a:cubicBezTo>
                  <a:lnTo>
                    <a:pt x="276232" y="521454"/>
                  </a:lnTo>
                  <a:cubicBezTo>
                    <a:pt x="276232" y="550820"/>
                    <a:pt x="264566" y="578983"/>
                    <a:pt x="243801" y="599748"/>
                  </a:cubicBezTo>
                  <a:cubicBezTo>
                    <a:pt x="223037" y="620512"/>
                    <a:pt x="194874" y="632178"/>
                    <a:pt x="165508" y="632178"/>
                  </a:cubicBezTo>
                  <a:lnTo>
                    <a:pt x="110724" y="632178"/>
                  </a:lnTo>
                  <a:cubicBezTo>
                    <a:pt x="81358" y="632178"/>
                    <a:pt x="53195" y="620512"/>
                    <a:pt x="32430" y="599748"/>
                  </a:cubicBezTo>
                  <a:cubicBezTo>
                    <a:pt x="11665" y="578983"/>
                    <a:pt x="0" y="550820"/>
                    <a:pt x="0" y="521454"/>
                  </a:cubicBezTo>
                  <a:lnTo>
                    <a:pt x="0" y="110724"/>
                  </a:lnTo>
                  <a:cubicBezTo>
                    <a:pt x="0" y="81358"/>
                    <a:pt x="11665" y="53195"/>
                    <a:pt x="32430" y="32430"/>
                  </a:cubicBezTo>
                  <a:cubicBezTo>
                    <a:pt x="53195" y="11665"/>
                    <a:pt x="81358" y="0"/>
                    <a:pt x="110724" y="0"/>
                  </a:cubicBezTo>
                  <a:close/>
                </a:path>
              </a:pathLst>
            </a:custGeom>
            <a:solidFill>
              <a:srgbClr val="8905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4"/>
            <p:cNvSpPr txBox="1"/>
            <p:nvPr/>
          </p:nvSpPr>
          <p:spPr>
            <a:xfrm>
              <a:off x="0" y="-47625"/>
              <a:ext cx="276300" cy="6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14"/>
          <p:cNvGrpSpPr/>
          <p:nvPr/>
        </p:nvGrpSpPr>
        <p:grpSpPr>
          <a:xfrm>
            <a:off x="17259300" y="-1903093"/>
            <a:ext cx="1425470" cy="5136067"/>
            <a:chOff x="0" y="-47625"/>
            <a:chExt cx="375430" cy="1352700"/>
          </a:xfrm>
        </p:grpSpPr>
        <p:sp>
          <p:nvSpPr>
            <p:cNvPr id="238" name="Google Shape;238;p14"/>
            <p:cNvSpPr/>
            <p:nvPr/>
          </p:nvSpPr>
          <p:spPr>
            <a:xfrm>
              <a:off x="0" y="0"/>
              <a:ext cx="375430" cy="1305023"/>
            </a:xfrm>
            <a:custGeom>
              <a:rect b="b" l="l" r="r" t="t"/>
              <a:pathLst>
                <a:path extrusionOk="0" h="1305023" w="375430">
                  <a:moveTo>
                    <a:pt x="81467" y="0"/>
                  </a:moveTo>
                  <a:lnTo>
                    <a:pt x="293963" y="0"/>
                  </a:lnTo>
                  <a:cubicBezTo>
                    <a:pt x="315570" y="0"/>
                    <a:pt x="336291" y="8583"/>
                    <a:pt x="351569" y="23861"/>
                  </a:cubicBezTo>
                  <a:cubicBezTo>
                    <a:pt x="366847" y="39139"/>
                    <a:pt x="375430" y="59861"/>
                    <a:pt x="375430" y="81467"/>
                  </a:cubicBezTo>
                  <a:lnTo>
                    <a:pt x="375430" y="1223555"/>
                  </a:lnTo>
                  <a:cubicBezTo>
                    <a:pt x="375430" y="1268549"/>
                    <a:pt x="338956" y="1305023"/>
                    <a:pt x="293963" y="1305023"/>
                  </a:cubicBezTo>
                  <a:lnTo>
                    <a:pt x="81467" y="1305023"/>
                  </a:lnTo>
                  <a:cubicBezTo>
                    <a:pt x="36474" y="1305023"/>
                    <a:pt x="0" y="1268549"/>
                    <a:pt x="0" y="1223555"/>
                  </a:cubicBezTo>
                  <a:lnTo>
                    <a:pt x="0" y="81467"/>
                  </a:lnTo>
                  <a:cubicBezTo>
                    <a:pt x="0" y="36474"/>
                    <a:pt x="36474" y="0"/>
                    <a:pt x="81467" y="0"/>
                  </a:cubicBezTo>
                  <a:close/>
                </a:path>
              </a:pathLst>
            </a:custGeom>
            <a:solidFill>
              <a:srgbClr val="EDC2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4"/>
            <p:cNvSpPr txBox="1"/>
            <p:nvPr/>
          </p:nvSpPr>
          <p:spPr>
            <a:xfrm>
              <a:off x="0" y="-47625"/>
              <a:ext cx="3753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" name="Google Shape;240;p14"/>
          <p:cNvGrpSpPr/>
          <p:nvPr/>
        </p:nvGrpSpPr>
        <p:grpSpPr>
          <a:xfrm>
            <a:off x="17790683" y="2476763"/>
            <a:ext cx="2417984" cy="3385477"/>
            <a:chOff x="0" y="-47625"/>
            <a:chExt cx="1639200" cy="2295083"/>
          </a:xfrm>
        </p:grpSpPr>
        <p:sp>
          <p:nvSpPr>
            <p:cNvPr id="241" name="Google Shape;241;p14"/>
            <p:cNvSpPr/>
            <p:nvPr/>
          </p:nvSpPr>
          <p:spPr>
            <a:xfrm>
              <a:off x="0" y="0"/>
              <a:ext cx="1639065" cy="2247458"/>
            </a:xfrm>
            <a:custGeom>
              <a:rect b="b" l="l" r="r" t="t"/>
              <a:pathLst>
                <a:path extrusionOk="0" h="2247458" w="1639065">
                  <a:moveTo>
                    <a:pt x="48031" y="0"/>
                  </a:moveTo>
                  <a:lnTo>
                    <a:pt x="1591035" y="0"/>
                  </a:lnTo>
                  <a:cubicBezTo>
                    <a:pt x="1603773" y="0"/>
                    <a:pt x="1615990" y="5060"/>
                    <a:pt x="1624997" y="14068"/>
                  </a:cubicBezTo>
                  <a:cubicBezTo>
                    <a:pt x="1634005" y="23075"/>
                    <a:pt x="1639065" y="35292"/>
                    <a:pt x="1639065" y="48031"/>
                  </a:cubicBezTo>
                  <a:lnTo>
                    <a:pt x="1639065" y="2199427"/>
                  </a:lnTo>
                  <a:cubicBezTo>
                    <a:pt x="1639065" y="2225954"/>
                    <a:pt x="1617561" y="2247458"/>
                    <a:pt x="1591035" y="2247458"/>
                  </a:cubicBezTo>
                  <a:lnTo>
                    <a:pt x="48031" y="2247458"/>
                  </a:lnTo>
                  <a:cubicBezTo>
                    <a:pt x="35292" y="2247458"/>
                    <a:pt x="23075" y="2242397"/>
                    <a:pt x="14068" y="2233390"/>
                  </a:cubicBezTo>
                  <a:cubicBezTo>
                    <a:pt x="5060" y="2224382"/>
                    <a:pt x="0" y="2212166"/>
                    <a:pt x="0" y="2199427"/>
                  </a:cubicBezTo>
                  <a:lnTo>
                    <a:pt x="0" y="48031"/>
                  </a:lnTo>
                  <a:cubicBezTo>
                    <a:pt x="0" y="21504"/>
                    <a:pt x="21504" y="0"/>
                    <a:pt x="480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4"/>
            <p:cNvSpPr txBox="1"/>
            <p:nvPr/>
          </p:nvSpPr>
          <p:spPr>
            <a:xfrm>
              <a:off x="0" y="-47625"/>
              <a:ext cx="1639200" cy="22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43" name="Google Shape;243;p14"/>
          <p:cNvCxnSpPr/>
          <p:nvPr/>
        </p:nvCxnSpPr>
        <p:spPr>
          <a:xfrm>
            <a:off x="12431220" y="9239250"/>
            <a:ext cx="4951500" cy="0"/>
          </a:xfrm>
          <a:prstGeom prst="straightConnector1">
            <a:avLst/>
          </a:prstGeom>
          <a:noFill/>
          <a:ln cap="rnd" cmpd="sng" w="38100">
            <a:solidFill>
              <a:srgbClr val="EDC25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14"/>
          <p:cNvSpPr/>
          <p:nvPr/>
        </p:nvSpPr>
        <p:spPr>
          <a:xfrm rot="10800000">
            <a:off x="7677837" y="8821563"/>
            <a:ext cx="2932327" cy="964002"/>
          </a:xfrm>
          <a:custGeom>
            <a:rect b="b" l="l" r="r" t="t"/>
            <a:pathLst>
              <a:path extrusionOk="0" h="964002" w="2932327">
                <a:moveTo>
                  <a:pt x="0" y="0"/>
                </a:moveTo>
                <a:lnTo>
                  <a:pt x="2932326" y="0"/>
                </a:lnTo>
                <a:lnTo>
                  <a:pt x="2932326" y="964003"/>
                </a:lnTo>
                <a:lnTo>
                  <a:pt x="0" y="9640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45" name="Google Shape;245;p14"/>
          <p:cNvCxnSpPr/>
          <p:nvPr/>
        </p:nvCxnSpPr>
        <p:spPr>
          <a:xfrm>
            <a:off x="879358" y="9239250"/>
            <a:ext cx="4951500" cy="0"/>
          </a:xfrm>
          <a:prstGeom prst="straightConnector1">
            <a:avLst/>
          </a:prstGeom>
          <a:noFill/>
          <a:ln cap="rnd" cmpd="sng" w="38100">
            <a:solidFill>
              <a:srgbClr val="EDC25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6" name="Google Shape;246;p14"/>
          <p:cNvGrpSpPr/>
          <p:nvPr/>
        </p:nvGrpSpPr>
        <p:grpSpPr>
          <a:xfrm>
            <a:off x="-469898" y="5363532"/>
            <a:ext cx="1111240" cy="3385477"/>
            <a:chOff x="0" y="-47625"/>
            <a:chExt cx="753332" cy="2295083"/>
          </a:xfrm>
        </p:grpSpPr>
        <p:sp>
          <p:nvSpPr>
            <p:cNvPr id="247" name="Google Shape;247;p14"/>
            <p:cNvSpPr/>
            <p:nvPr/>
          </p:nvSpPr>
          <p:spPr>
            <a:xfrm>
              <a:off x="0" y="0"/>
              <a:ext cx="753332" cy="2247458"/>
            </a:xfrm>
            <a:custGeom>
              <a:rect b="b" l="l" r="r" t="t"/>
              <a:pathLst>
                <a:path extrusionOk="0" h="2247458" w="753332">
                  <a:moveTo>
                    <a:pt x="104503" y="0"/>
                  </a:moveTo>
                  <a:lnTo>
                    <a:pt x="648830" y="0"/>
                  </a:lnTo>
                  <a:cubicBezTo>
                    <a:pt x="676546" y="0"/>
                    <a:pt x="703126" y="11010"/>
                    <a:pt x="722724" y="30608"/>
                  </a:cubicBezTo>
                  <a:cubicBezTo>
                    <a:pt x="742322" y="50206"/>
                    <a:pt x="753332" y="76787"/>
                    <a:pt x="753332" y="104503"/>
                  </a:cubicBezTo>
                  <a:lnTo>
                    <a:pt x="753332" y="2142955"/>
                  </a:lnTo>
                  <a:cubicBezTo>
                    <a:pt x="753332" y="2170671"/>
                    <a:pt x="742322" y="2197252"/>
                    <a:pt x="722724" y="2216850"/>
                  </a:cubicBezTo>
                  <a:cubicBezTo>
                    <a:pt x="703126" y="2236448"/>
                    <a:pt x="676546" y="2247458"/>
                    <a:pt x="648830" y="2247458"/>
                  </a:cubicBezTo>
                  <a:lnTo>
                    <a:pt x="104503" y="2247458"/>
                  </a:lnTo>
                  <a:cubicBezTo>
                    <a:pt x="76787" y="2247458"/>
                    <a:pt x="50206" y="2236448"/>
                    <a:pt x="30608" y="2216850"/>
                  </a:cubicBezTo>
                  <a:cubicBezTo>
                    <a:pt x="11010" y="2197252"/>
                    <a:pt x="0" y="2170671"/>
                    <a:pt x="0" y="2142955"/>
                  </a:cubicBezTo>
                  <a:lnTo>
                    <a:pt x="0" y="104503"/>
                  </a:lnTo>
                  <a:cubicBezTo>
                    <a:pt x="0" y="76787"/>
                    <a:pt x="11010" y="50206"/>
                    <a:pt x="30608" y="30608"/>
                  </a:cubicBezTo>
                  <a:cubicBezTo>
                    <a:pt x="50206" y="11010"/>
                    <a:pt x="76787" y="0"/>
                    <a:pt x="1045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4"/>
            <p:cNvSpPr txBox="1"/>
            <p:nvPr/>
          </p:nvSpPr>
          <p:spPr>
            <a:xfrm>
              <a:off x="0" y="-47625"/>
              <a:ext cx="753300" cy="22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4"/>
          <p:cNvGrpSpPr/>
          <p:nvPr/>
        </p:nvGrpSpPr>
        <p:grpSpPr>
          <a:xfrm>
            <a:off x="302725" y="3785648"/>
            <a:ext cx="677254" cy="2762327"/>
            <a:chOff x="0" y="-47625"/>
            <a:chExt cx="459124" cy="1872637"/>
          </a:xfrm>
        </p:grpSpPr>
        <p:sp>
          <p:nvSpPr>
            <p:cNvPr id="250" name="Google Shape;250;p14"/>
            <p:cNvSpPr/>
            <p:nvPr/>
          </p:nvSpPr>
          <p:spPr>
            <a:xfrm>
              <a:off x="0" y="0"/>
              <a:ext cx="459124" cy="1825012"/>
            </a:xfrm>
            <a:custGeom>
              <a:rect b="b" l="l" r="r" t="t"/>
              <a:pathLst>
                <a:path extrusionOk="0" h="1825012" w="459124">
                  <a:moveTo>
                    <a:pt x="171468" y="0"/>
                  </a:moveTo>
                  <a:lnTo>
                    <a:pt x="287656" y="0"/>
                  </a:lnTo>
                  <a:cubicBezTo>
                    <a:pt x="333132" y="0"/>
                    <a:pt x="376746" y="18065"/>
                    <a:pt x="408902" y="50222"/>
                  </a:cubicBezTo>
                  <a:cubicBezTo>
                    <a:pt x="441059" y="82378"/>
                    <a:pt x="459124" y="125992"/>
                    <a:pt x="459124" y="171468"/>
                  </a:cubicBezTo>
                  <a:lnTo>
                    <a:pt x="459124" y="1653543"/>
                  </a:lnTo>
                  <a:cubicBezTo>
                    <a:pt x="459124" y="1748243"/>
                    <a:pt x="382355" y="1825012"/>
                    <a:pt x="287656" y="1825012"/>
                  </a:cubicBezTo>
                  <a:lnTo>
                    <a:pt x="171468" y="1825012"/>
                  </a:lnTo>
                  <a:cubicBezTo>
                    <a:pt x="125992" y="1825012"/>
                    <a:pt x="82378" y="1806946"/>
                    <a:pt x="50222" y="1774790"/>
                  </a:cubicBezTo>
                  <a:cubicBezTo>
                    <a:pt x="18065" y="1742633"/>
                    <a:pt x="0" y="1699020"/>
                    <a:pt x="0" y="1653543"/>
                  </a:cubicBezTo>
                  <a:lnTo>
                    <a:pt x="0" y="171468"/>
                  </a:lnTo>
                  <a:cubicBezTo>
                    <a:pt x="0" y="125992"/>
                    <a:pt x="18065" y="82378"/>
                    <a:pt x="50222" y="50222"/>
                  </a:cubicBezTo>
                  <a:cubicBezTo>
                    <a:pt x="82378" y="18065"/>
                    <a:pt x="125992" y="0"/>
                    <a:pt x="1714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4"/>
            <p:cNvSpPr txBox="1"/>
            <p:nvPr/>
          </p:nvSpPr>
          <p:spPr>
            <a:xfrm>
              <a:off x="0" y="-47625"/>
              <a:ext cx="459000" cy="187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2" name="Google Shape;252;p14" title="Screenshot 2026-05-10 00155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3825" y="2941650"/>
            <a:ext cx="13252648" cy="501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5639" l="0" r="0" t="-75629"/>
            </a:stretch>
          </a:blipFill>
          <a:ln>
            <a:noFill/>
          </a:ln>
        </p:spPr>
      </p:sp>
      <p:sp>
        <p:nvSpPr>
          <p:cNvPr id="258" name="Google Shape;258;p15"/>
          <p:cNvSpPr/>
          <p:nvPr/>
        </p:nvSpPr>
        <p:spPr>
          <a:xfrm>
            <a:off x="0" y="-881625"/>
            <a:ext cx="18288000" cy="13716000"/>
          </a:xfrm>
          <a:custGeom>
            <a:rect b="b" l="l" r="r" t="t"/>
            <a:pathLst>
              <a:path extrusionOk="0"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15"/>
          <p:cNvSpPr txBox="1"/>
          <p:nvPr/>
        </p:nvSpPr>
        <p:spPr>
          <a:xfrm>
            <a:off x="1929349" y="3671750"/>
            <a:ext cx="28515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Padauk"/>
                <a:ea typeface="Padauk"/>
                <a:cs typeface="Padauk"/>
                <a:sym typeface="Padauk"/>
              </a:rPr>
              <a:t>Data Types:</a:t>
            </a:r>
            <a:endParaRPr sz="4000">
              <a:solidFill>
                <a:schemeClr val="lt1"/>
              </a:solidFill>
              <a:latin typeface="Padauk"/>
              <a:ea typeface="Padauk"/>
              <a:cs typeface="Padauk"/>
              <a:sym typeface="Padauk"/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adauk"/>
              <a:buChar char="●"/>
            </a:pPr>
            <a:r>
              <a:rPr lang="en-US" sz="4000">
                <a:solidFill>
                  <a:schemeClr val="lt1"/>
                </a:solidFill>
                <a:latin typeface="Padauk"/>
                <a:ea typeface="Padauk"/>
                <a:cs typeface="Padauk"/>
                <a:sym typeface="Padauk"/>
              </a:rPr>
              <a:t>VARCHAR</a:t>
            </a:r>
            <a:endParaRPr sz="4000">
              <a:solidFill>
                <a:schemeClr val="lt1"/>
              </a:solidFill>
              <a:latin typeface="Padauk"/>
              <a:ea typeface="Padauk"/>
              <a:cs typeface="Padauk"/>
              <a:sym typeface="Padauk"/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adauk"/>
              <a:buChar char="●"/>
            </a:pPr>
            <a:r>
              <a:rPr lang="en-US" sz="4000">
                <a:solidFill>
                  <a:schemeClr val="lt1"/>
                </a:solidFill>
                <a:latin typeface="Padauk"/>
                <a:ea typeface="Padauk"/>
                <a:cs typeface="Padauk"/>
                <a:sym typeface="Padauk"/>
              </a:rPr>
              <a:t>INT</a:t>
            </a:r>
            <a:endParaRPr sz="4000">
              <a:solidFill>
                <a:schemeClr val="lt1"/>
              </a:solidFill>
              <a:latin typeface="Padauk"/>
              <a:ea typeface="Padauk"/>
              <a:cs typeface="Padauk"/>
              <a:sym typeface="Padauk"/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adauk"/>
              <a:buChar char="●"/>
            </a:pPr>
            <a:r>
              <a:rPr lang="en-US" sz="4000">
                <a:solidFill>
                  <a:schemeClr val="lt1"/>
                </a:solidFill>
                <a:latin typeface="Padauk"/>
                <a:ea typeface="Padauk"/>
                <a:cs typeface="Padauk"/>
                <a:sym typeface="Padauk"/>
              </a:rPr>
              <a:t>NUMERIC</a:t>
            </a:r>
            <a:endParaRPr sz="4000">
              <a:solidFill>
                <a:schemeClr val="lt1"/>
              </a:solidFill>
              <a:latin typeface="Padauk"/>
              <a:ea typeface="Padauk"/>
              <a:cs typeface="Padauk"/>
              <a:sym typeface="Padauk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Padauk"/>
              <a:ea typeface="Padauk"/>
              <a:cs typeface="Padauk"/>
              <a:sym typeface="Padauk"/>
            </a:endParaRPr>
          </a:p>
        </p:txBody>
      </p:sp>
      <p:grpSp>
        <p:nvGrpSpPr>
          <p:cNvPr id="260" name="Google Shape;260;p15"/>
          <p:cNvGrpSpPr/>
          <p:nvPr/>
        </p:nvGrpSpPr>
        <p:grpSpPr>
          <a:xfrm>
            <a:off x="1484474" y="3168826"/>
            <a:ext cx="9540495" cy="4663859"/>
            <a:chOff x="0" y="-47625"/>
            <a:chExt cx="6150000" cy="3547200"/>
          </a:xfrm>
        </p:grpSpPr>
        <p:sp>
          <p:nvSpPr>
            <p:cNvPr id="261" name="Google Shape;261;p15"/>
            <p:cNvSpPr/>
            <p:nvPr/>
          </p:nvSpPr>
          <p:spPr>
            <a:xfrm>
              <a:off x="0" y="0"/>
              <a:ext cx="6149938" cy="3499544"/>
            </a:xfrm>
            <a:custGeom>
              <a:rect b="b" l="l" r="r" t="t"/>
              <a:pathLst>
                <a:path extrusionOk="0" h="3499544" w="6149938">
                  <a:moveTo>
                    <a:pt x="12801" y="0"/>
                  </a:moveTo>
                  <a:lnTo>
                    <a:pt x="6137137" y="0"/>
                  </a:lnTo>
                  <a:cubicBezTo>
                    <a:pt x="6144207" y="0"/>
                    <a:pt x="6149938" y="5731"/>
                    <a:pt x="6149938" y="12801"/>
                  </a:cubicBezTo>
                  <a:lnTo>
                    <a:pt x="6149938" y="3486743"/>
                  </a:lnTo>
                  <a:cubicBezTo>
                    <a:pt x="6149938" y="3493813"/>
                    <a:pt x="6144207" y="3499544"/>
                    <a:pt x="6137137" y="3499544"/>
                  </a:cubicBezTo>
                  <a:lnTo>
                    <a:pt x="12801" y="3499544"/>
                  </a:lnTo>
                  <a:cubicBezTo>
                    <a:pt x="5731" y="3499544"/>
                    <a:pt x="0" y="3493813"/>
                    <a:pt x="0" y="3486743"/>
                  </a:cubicBezTo>
                  <a:lnTo>
                    <a:pt x="0" y="12801"/>
                  </a:lnTo>
                  <a:cubicBezTo>
                    <a:pt x="0" y="5731"/>
                    <a:pt x="5731" y="0"/>
                    <a:pt x="1280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3950">
              <a:solidFill>
                <a:srgbClr val="EDC25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81500" lIns="81500" spcFirstLastPara="1" rIns="81500" wrap="square" tIns="81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5"/>
            <p:cNvSpPr txBox="1"/>
            <p:nvPr/>
          </p:nvSpPr>
          <p:spPr>
            <a:xfrm>
              <a:off x="0" y="-47625"/>
              <a:ext cx="6150000" cy="354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275" lIns="45275" spcFirstLastPara="1" rIns="45275" wrap="square" tIns="45275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15"/>
          <p:cNvSpPr txBox="1"/>
          <p:nvPr/>
        </p:nvSpPr>
        <p:spPr>
          <a:xfrm>
            <a:off x="879349" y="1363150"/>
            <a:ext cx="13256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0">
                <a:solidFill>
                  <a:srgbClr val="EDC253"/>
                </a:solidFill>
                <a:latin typeface="Cormorant SC"/>
                <a:ea typeface="Cormorant SC"/>
                <a:cs typeface="Cormorant SC"/>
                <a:sym typeface="Cormorant SC"/>
              </a:rPr>
              <a:t>Data Types &amp; Constraints</a:t>
            </a:r>
            <a:endParaRPr/>
          </a:p>
        </p:txBody>
      </p:sp>
      <p:sp>
        <p:nvSpPr>
          <p:cNvPr id="264" name="Google Shape;264;p15"/>
          <p:cNvSpPr txBox="1"/>
          <p:nvPr/>
        </p:nvSpPr>
        <p:spPr>
          <a:xfrm>
            <a:off x="3096607" y="3876220"/>
            <a:ext cx="2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15"/>
          <p:cNvGrpSpPr/>
          <p:nvPr/>
        </p:nvGrpSpPr>
        <p:grpSpPr>
          <a:xfrm>
            <a:off x="16600442" y="-1380977"/>
            <a:ext cx="1049083" cy="2581144"/>
            <a:chOff x="0" y="-47625"/>
            <a:chExt cx="276300" cy="679803"/>
          </a:xfrm>
        </p:grpSpPr>
        <p:sp>
          <p:nvSpPr>
            <p:cNvPr id="266" name="Google Shape;266;p15"/>
            <p:cNvSpPr/>
            <p:nvPr/>
          </p:nvSpPr>
          <p:spPr>
            <a:xfrm>
              <a:off x="0" y="0"/>
              <a:ext cx="276232" cy="632178"/>
            </a:xfrm>
            <a:custGeom>
              <a:rect b="b" l="l" r="r" t="t"/>
              <a:pathLst>
                <a:path extrusionOk="0" h="632178" w="276232">
                  <a:moveTo>
                    <a:pt x="110724" y="0"/>
                  </a:moveTo>
                  <a:lnTo>
                    <a:pt x="165508" y="0"/>
                  </a:lnTo>
                  <a:cubicBezTo>
                    <a:pt x="194874" y="0"/>
                    <a:pt x="223037" y="11665"/>
                    <a:pt x="243801" y="32430"/>
                  </a:cubicBezTo>
                  <a:cubicBezTo>
                    <a:pt x="264566" y="53195"/>
                    <a:pt x="276232" y="81358"/>
                    <a:pt x="276232" y="110724"/>
                  </a:cubicBezTo>
                  <a:lnTo>
                    <a:pt x="276232" y="521454"/>
                  </a:lnTo>
                  <a:cubicBezTo>
                    <a:pt x="276232" y="550820"/>
                    <a:pt x="264566" y="578983"/>
                    <a:pt x="243801" y="599748"/>
                  </a:cubicBezTo>
                  <a:cubicBezTo>
                    <a:pt x="223037" y="620512"/>
                    <a:pt x="194874" y="632178"/>
                    <a:pt x="165508" y="632178"/>
                  </a:cubicBezTo>
                  <a:lnTo>
                    <a:pt x="110724" y="632178"/>
                  </a:lnTo>
                  <a:cubicBezTo>
                    <a:pt x="81358" y="632178"/>
                    <a:pt x="53195" y="620512"/>
                    <a:pt x="32430" y="599748"/>
                  </a:cubicBezTo>
                  <a:cubicBezTo>
                    <a:pt x="11665" y="578983"/>
                    <a:pt x="0" y="550820"/>
                    <a:pt x="0" y="521454"/>
                  </a:cubicBezTo>
                  <a:lnTo>
                    <a:pt x="0" y="110724"/>
                  </a:lnTo>
                  <a:cubicBezTo>
                    <a:pt x="0" y="81358"/>
                    <a:pt x="11665" y="53195"/>
                    <a:pt x="32430" y="32430"/>
                  </a:cubicBezTo>
                  <a:cubicBezTo>
                    <a:pt x="53195" y="11665"/>
                    <a:pt x="81358" y="0"/>
                    <a:pt x="110724" y="0"/>
                  </a:cubicBezTo>
                  <a:close/>
                </a:path>
              </a:pathLst>
            </a:custGeom>
            <a:solidFill>
              <a:srgbClr val="8905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5"/>
            <p:cNvSpPr txBox="1"/>
            <p:nvPr/>
          </p:nvSpPr>
          <p:spPr>
            <a:xfrm>
              <a:off x="0" y="-47625"/>
              <a:ext cx="276300" cy="6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15"/>
          <p:cNvGrpSpPr/>
          <p:nvPr/>
        </p:nvGrpSpPr>
        <p:grpSpPr>
          <a:xfrm>
            <a:off x="17259300" y="-1903093"/>
            <a:ext cx="1425470" cy="5136067"/>
            <a:chOff x="0" y="-47625"/>
            <a:chExt cx="375430" cy="1352700"/>
          </a:xfrm>
        </p:grpSpPr>
        <p:sp>
          <p:nvSpPr>
            <p:cNvPr id="269" name="Google Shape;269;p15"/>
            <p:cNvSpPr/>
            <p:nvPr/>
          </p:nvSpPr>
          <p:spPr>
            <a:xfrm>
              <a:off x="0" y="0"/>
              <a:ext cx="375430" cy="1305023"/>
            </a:xfrm>
            <a:custGeom>
              <a:rect b="b" l="l" r="r" t="t"/>
              <a:pathLst>
                <a:path extrusionOk="0" h="1305023" w="375430">
                  <a:moveTo>
                    <a:pt x="81467" y="0"/>
                  </a:moveTo>
                  <a:lnTo>
                    <a:pt x="293963" y="0"/>
                  </a:lnTo>
                  <a:cubicBezTo>
                    <a:pt x="315570" y="0"/>
                    <a:pt x="336291" y="8583"/>
                    <a:pt x="351569" y="23861"/>
                  </a:cubicBezTo>
                  <a:cubicBezTo>
                    <a:pt x="366847" y="39139"/>
                    <a:pt x="375430" y="59861"/>
                    <a:pt x="375430" y="81467"/>
                  </a:cubicBezTo>
                  <a:lnTo>
                    <a:pt x="375430" y="1223555"/>
                  </a:lnTo>
                  <a:cubicBezTo>
                    <a:pt x="375430" y="1268549"/>
                    <a:pt x="338956" y="1305023"/>
                    <a:pt x="293963" y="1305023"/>
                  </a:cubicBezTo>
                  <a:lnTo>
                    <a:pt x="81467" y="1305023"/>
                  </a:lnTo>
                  <a:cubicBezTo>
                    <a:pt x="36474" y="1305023"/>
                    <a:pt x="0" y="1268549"/>
                    <a:pt x="0" y="1223555"/>
                  </a:cubicBezTo>
                  <a:lnTo>
                    <a:pt x="0" y="81467"/>
                  </a:lnTo>
                  <a:cubicBezTo>
                    <a:pt x="0" y="36474"/>
                    <a:pt x="36474" y="0"/>
                    <a:pt x="81467" y="0"/>
                  </a:cubicBezTo>
                  <a:close/>
                </a:path>
              </a:pathLst>
            </a:custGeom>
            <a:solidFill>
              <a:srgbClr val="EDC2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5"/>
            <p:cNvSpPr txBox="1"/>
            <p:nvPr/>
          </p:nvSpPr>
          <p:spPr>
            <a:xfrm>
              <a:off x="0" y="-47625"/>
              <a:ext cx="3753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" name="Google Shape;271;p15"/>
          <p:cNvGrpSpPr/>
          <p:nvPr/>
        </p:nvGrpSpPr>
        <p:grpSpPr>
          <a:xfrm>
            <a:off x="17790683" y="2476763"/>
            <a:ext cx="2417984" cy="3385477"/>
            <a:chOff x="0" y="-47625"/>
            <a:chExt cx="1639200" cy="2295083"/>
          </a:xfrm>
        </p:grpSpPr>
        <p:sp>
          <p:nvSpPr>
            <p:cNvPr id="272" name="Google Shape;272;p15"/>
            <p:cNvSpPr/>
            <p:nvPr/>
          </p:nvSpPr>
          <p:spPr>
            <a:xfrm>
              <a:off x="0" y="0"/>
              <a:ext cx="1639065" cy="2247458"/>
            </a:xfrm>
            <a:custGeom>
              <a:rect b="b" l="l" r="r" t="t"/>
              <a:pathLst>
                <a:path extrusionOk="0" h="2247458" w="1639065">
                  <a:moveTo>
                    <a:pt x="48031" y="0"/>
                  </a:moveTo>
                  <a:lnTo>
                    <a:pt x="1591035" y="0"/>
                  </a:lnTo>
                  <a:cubicBezTo>
                    <a:pt x="1603773" y="0"/>
                    <a:pt x="1615990" y="5060"/>
                    <a:pt x="1624997" y="14068"/>
                  </a:cubicBezTo>
                  <a:cubicBezTo>
                    <a:pt x="1634005" y="23075"/>
                    <a:pt x="1639065" y="35292"/>
                    <a:pt x="1639065" y="48031"/>
                  </a:cubicBezTo>
                  <a:lnTo>
                    <a:pt x="1639065" y="2199427"/>
                  </a:lnTo>
                  <a:cubicBezTo>
                    <a:pt x="1639065" y="2225954"/>
                    <a:pt x="1617561" y="2247458"/>
                    <a:pt x="1591035" y="2247458"/>
                  </a:cubicBezTo>
                  <a:lnTo>
                    <a:pt x="48031" y="2247458"/>
                  </a:lnTo>
                  <a:cubicBezTo>
                    <a:pt x="35292" y="2247458"/>
                    <a:pt x="23075" y="2242397"/>
                    <a:pt x="14068" y="2233390"/>
                  </a:cubicBezTo>
                  <a:cubicBezTo>
                    <a:pt x="5060" y="2224382"/>
                    <a:pt x="0" y="2212166"/>
                    <a:pt x="0" y="2199427"/>
                  </a:cubicBezTo>
                  <a:lnTo>
                    <a:pt x="0" y="48031"/>
                  </a:lnTo>
                  <a:cubicBezTo>
                    <a:pt x="0" y="21504"/>
                    <a:pt x="21504" y="0"/>
                    <a:pt x="480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5"/>
            <p:cNvSpPr txBox="1"/>
            <p:nvPr/>
          </p:nvSpPr>
          <p:spPr>
            <a:xfrm>
              <a:off x="0" y="-47625"/>
              <a:ext cx="1639200" cy="22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74" name="Google Shape;274;p15"/>
          <p:cNvCxnSpPr/>
          <p:nvPr/>
        </p:nvCxnSpPr>
        <p:spPr>
          <a:xfrm>
            <a:off x="12431220" y="9239250"/>
            <a:ext cx="4951500" cy="0"/>
          </a:xfrm>
          <a:prstGeom prst="straightConnector1">
            <a:avLst/>
          </a:prstGeom>
          <a:noFill/>
          <a:ln cap="rnd" cmpd="sng" w="38100">
            <a:solidFill>
              <a:srgbClr val="EDC25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15"/>
          <p:cNvSpPr/>
          <p:nvPr/>
        </p:nvSpPr>
        <p:spPr>
          <a:xfrm rot="10800000">
            <a:off x="7677837" y="8821563"/>
            <a:ext cx="2932327" cy="964002"/>
          </a:xfrm>
          <a:custGeom>
            <a:rect b="b" l="l" r="r" t="t"/>
            <a:pathLst>
              <a:path extrusionOk="0" h="964002" w="2932327">
                <a:moveTo>
                  <a:pt x="0" y="0"/>
                </a:moveTo>
                <a:lnTo>
                  <a:pt x="2932326" y="0"/>
                </a:lnTo>
                <a:lnTo>
                  <a:pt x="2932326" y="964003"/>
                </a:lnTo>
                <a:lnTo>
                  <a:pt x="0" y="9640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76" name="Google Shape;276;p15"/>
          <p:cNvCxnSpPr/>
          <p:nvPr/>
        </p:nvCxnSpPr>
        <p:spPr>
          <a:xfrm>
            <a:off x="879358" y="9239250"/>
            <a:ext cx="4951500" cy="0"/>
          </a:xfrm>
          <a:prstGeom prst="straightConnector1">
            <a:avLst/>
          </a:prstGeom>
          <a:noFill/>
          <a:ln cap="rnd" cmpd="sng" w="38100">
            <a:solidFill>
              <a:srgbClr val="EDC25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7" name="Google Shape;277;p15"/>
          <p:cNvGrpSpPr/>
          <p:nvPr/>
        </p:nvGrpSpPr>
        <p:grpSpPr>
          <a:xfrm>
            <a:off x="-469898" y="5363532"/>
            <a:ext cx="1111240" cy="3385477"/>
            <a:chOff x="0" y="-47625"/>
            <a:chExt cx="753332" cy="2295083"/>
          </a:xfrm>
        </p:grpSpPr>
        <p:sp>
          <p:nvSpPr>
            <p:cNvPr id="278" name="Google Shape;278;p15"/>
            <p:cNvSpPr/>
            <p:nvPr/>
          </p:nvSpPr>
          <p:spPr>
            <a:xfrm>
              <a:off x="0" y="0"/>
              <a:ext cx="753332" cy="2247458"/>
            </a:xfrm>
            <a:custGeom>
              <a:rect b="b" l="l" r="r" t="t"/>
              <a:pathLst>
                <a:path extrusionOk="0" h="2247458" w="753332">
                  <a:moveTo>
                    <a:pt x="104503" y="0"/>
                  </a:moveTo>
                  <a:lnTo>
                    <a:pt x="648830" y="0"/>
                  </a:lnTo>
                  <a:cubicBezTo>
                    <a:pt x="676546" y="0"/>
                    <a:pt x="703126" y="11010"/>
                    <a:pt x="722724" y="30608"/>
                  </a:cubicBezTo>
                  <a:cubicBezTo>
                    <a:pt x="742322" y="50206"/>
                    <a:pt x="753332" y="76787"/>
                    <a:pt x="753332" y="104503"/>
                  </a:cubicBezTo>
                  <a:lnTo>
                    <a:pt x="753332" y="2142955"/>
                  </a:lnTo>
                  <a:cubicBezTo>
                    <a:pt x="753332" y="2170671"/>
                    <a:pt x="742322" y="2197252"/>
                    <a:pt x="722724" y="2216850"/>
                  </a:cubicBezTo>
                  <a:cubicBezTo>
                    <a:pt x="703126" y="2236448"/>
                    <a:pt x="676546" y="2247458"/>
                    <a:pt x="648830" y="2247458"/>
                  </a:cubicBezTo>
                  <a:lnTo>
                    <a:pt x="104503" y="2247458"/>
                  </a:lnTo>
                  <a:cubicBezTo>
                    <a:pt x="76787" y="2247458"/>
                    <a:pt x="50206" y="2236448"/>
                    <a:pt x="30608" y="2216850"/>
                  </a:cubicBezTo>
                  <a:cubicBezTo>
                    <a:pt x="11010" y="2197252"/>
                    <a:pt x="0" y="2170671"/>
                    <a:pt x="0" y="2142955"/>
                  </a:cubicBezTo>
                  <a:lnTo>
                    <a:pt x="0" y="104503"/>
                  </a:lnTo>
                  <a:cubicBezTo>
                    <a:pt x="0" y="76787"/>
                    <a:pt x="11010" y="50206"/>
                    <a:pt x="30608" y="30608"/>
                  </a:cubicBezTo>
                  <a:cubicBezTo>
                    <a:pt x="50206" y="11010"/>
                    <a:pt x="76787" y="0"/>
                    <a:pt x="1045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5"/>
            <p:cNvSpPr txBox="1"/>
            <p:nvPr/>
          </p:nvSpPr>
          <p:spPr>
            <a:xfrm>
              <a:off x="0" y="-47625"/>
              <a:ext cx="753300" cy="22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15"/>
          <p:cNvGrpSpPr/>
          <p:nvPr/>
        </p:nvGrpSpPr>
        <p:grpSpPr>
          <a:xfrm>
            <a:off x="302725" y="3785648"/>
            <a:ext cx="677254" cy="2762327"/>
            <a:chOff x="0" y="-47625"/>
            <a:chExt cx="459124" cy="1872637"/>
          </a:xfrm>
        </p:grpSpPr>
        <p:sp>
          <p:nvSpPr>
            <p:cNvPr id="281" name="Google Shape;281;p15"/>
            <p:cNvSpPr/>
            <p:nvPr/>
          </p:nvSpPr>
          <p:spPr>
            <a:xfrm>
              <a:off x="0" y="0"/>
              <a:ext cx="459124" cy="1825012"/>
            </a:xfrm>
            <a:custGeom>
              <a:rect b="b" l="l" r="r" t="t"/>
              <a:pathLst>
                <a:path extrusionOk="0" h="1825012" w="459124">
                  <a:moveTo>
                    <a:pt x="171468" y="0"/>
                  </a:moveTo>
                  <a:lnTo>
                    <a:pt x="287656" y="0"/>
                  </a:lnTo>
                  <a:cubicBezTo>
                    <a:pt x="333132" y="0"/>
                    <a:pt x="376746" y="18065"/>
                    <a:pt x="408902" y="50222"/>
                  </a:cubicBezTo>
                  <a:cubicBezTo>
                    <a:pt x="441059" y="82378"/>
                    <a:pt x="459124" y="125992"/>
                    <a:pt x="459124" y="171468"/>
                  </a:cubicBezTo>
                  <a:lnTo>
                    <a:pt x="459124" y="1653543"/>
                  </a:lnTo>
                  <a:cubicBezTo>
                    <a:pt x="459124" y="1748243"/>
                    <a:pt x="382355" y="1825012"/>
                    <a:pt x="287656" y="1825012"/>
                  </a:cubicBezTo>
                  <a:lnTo>
                    <a:pt x="171468" y="1825012"/>
                  </a:lnTo>
                  <a:cubicBezTo>
                    <a:pt x="125992" y="1825012"/>
                    <a:pt x="82378" y="1806946"/>
                    <a:pt x="50222" y="1774790"/>
                  </a:cubicBezTo>
                  <a:cubicBezTo>
                    <a:pt x="18065" y="1742633"/>
                    <a:pt x="0" y="1699020"/>
                    <a:pt x="0" y="1653543"/>
                  </a:cubicBezTo>
                  <a:lnTo>
                    <a:pt x="0" y="171468"/>
                  </a:lnTo>
                  <a:cubicBezTo>
                    <a:pt x="0" y="125992"/>
                    <a:pt x="18065" y="82378"/>
                    <a:pt x="50222" y="50222"/>
                  </a:cubicBezTo>
                  <a:cubicBezTo>
                    <a:pt x="82378" y="18065"/>
                    <a:pt x="125992" y="0"/>
                    <a:pt x="1714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5"/>
            <p:cNvSpPr txBox="1"/>
            <p:nvPr/>
          </p:nvSpPr>
          <p:spPr>
            <a:xfrm>
              <a:off x="0" y="-47625"/>
              <a:ext cx="459000" cy="187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15"/>
          <p:cNvSpPr txBox="1"/>
          <p:nvPr/>
        </p:nvSpPr>
        <p:spPr>
          <a:xfrm>
            <a:off x="5371126" y="3728394"/>
            <a:ext cx="45552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Padauk"/>
                <a:ea typeface="Padauk"/>
                <a:cs typeface="Padauk"/>
                <a:sym typeface="Padauk"/>
              </a:rPr>
              <a:t>Data Constraints:</a:t>
            </a:r>
            <a:endParaRPr sz="4000">
              <a:solidFill>
                <a:schemeClr val="lt1"/>
              </a:solidFill>
              <a:latin typeface="Padauk"/>
              <a:ea typeface="Padauk"/>
              <a:cs typeface="Padauk"/>
              <a:sym typeface="Padauk"/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adauk"/>
              <a:buChar char="●"/>
            </a:pPr>
            <a:r>
              <a:rPr lang="en-US" sz="4000">
                <a:solidFill>
                  <a:schemeClr val="lt1"/>
                </a:solidFill>
                <a:latin typeface="Padauk"/>
                <a:ea typeface="Padauk"/>
                <a:cs typeface="Padauk"/>
                <a:sym typeface="Padauk"/>
              </a:rPr>
              <a:t>CHECK to keep years in a specific range</a:t>
            </a:r>
            <a:endParaRPr sz="4000">
              <a:solidFill>
                <a:schemeClr val="lt1"/>
              </a:solidFill>
              <a:latin typeface="Padauk"/>
              <a:ea typeface="Padauk"/>
              <a:cs typeface="Padauk"/>
              <a:sym typeface="Padauk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Padauk"/>
              <a:ea typeface="Padauk"/>
              <a:cs typeface="Padauk"/>
              <a:sym typeface="Padauk"/>
            </a:endParaRPr>
          </a:p>
        </p:txBody>
      </p:sp>
      <p:pic>
        <p:nvPicPr>
          <p:cNvPr id="284" name="Google Shape;284;p15" title="Screenshot 2026-04-20 20330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51624" y="3667589"/>
            <a:ext cx="6795574" cy="356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5639" l="0" r="0" t="-75629"/>
            </a:stretch>
          </a:blipFill>
          <a:ln>
            <a:noFill/>
          </a:ln>
        </p:spPr>
      </p:sp>
      <p:sp>
        <p:nvSpPr>
          <p:cNvPr id="290" name="Google Shape;290;p16"/>
          <p:cNvSpPr/>
          <p:nvPr/>
        </p:nvSpPr>
        <p:spPr>
          <a:xfrm>
            <a:off x="0" y="-881625"/>
            <a:ext cx="18288000" cy="13716000"/>
          </a:xfrm>
          <a:custGeom>
            <a:rect b="b" l="l" r="r" t="t"/>
            <a:pathLst>
              <a:path extrusionOk="0"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1" name="Google Shape;291;p16"/>
          <p:cNvGrpSpPr/>
          <p:nvPr/>
        </p:nvGrpSpPr>
        <p:grpSpPr>
          <a:xfrm>
            <a:off x="1155425" y="3232775"/>
            <a:ext cx="7674585" cy="4663859"/>
            <a:chOff x="0" y="-47625"/>
            <a:chExt cx="6150000" cy="3547200"/>
          </a:xfrm>
        </p:grpSpPr>
        <p:sp>
          <p:nvSpPr>
            <p:cNvPr id="292" name="Google Shape;292;p16"/>
            <p:cNvSpPr/>
            <p:nvPr/>
          </p:nvSpPr>
          <p:spPr>
            <a:xfrm>
              <a:off x="0" y="0"/>
              <a:ext cx="6149938" cy="3499544"/>
            </a:xfrm>
            <a:custGeom>
              <a:rect b="b" l="l" r="r" t="t"/>
              <a:pathLst>
                <a:path extrusionOk="0" h="3499544" w="6149938">
                  <a:moveTo>
                    <a:pt x="12801" y="0"/>
                  </a:moveTo>
                  <a:lnTo>
                    <a:pt x="6137137" y="0"/>
                  </a:lnTo>
                  <a:cubicBezTo>
                    <a:pt x="6144207" y="0"/>
                    <a:pt x="6149938" y="5731"/>
                    <a:pt x="6149938" y="12801"/>
                  </a:cubicBezTo>
                  <a:lnTo>
                    <a:pt x="6149938" y="3486743"/>
                  </a:lnTo>
                  <a:cubicBezTo>
                    <a:pt x="6149938" y="3493813"/>
                    <a:pt x="6144207" y="3499544"/>
                    <a:pt x="6137137" y="3499544"/>
                  </a:cubicBezTo>
                  <a:lnTo>
                    <a:pt x="12801" y="3499544"/>
                  </a:lnTo>
                  <a:cubicBezTo>
                    <a:pt x="5731" y="3499544"/>
                    <a:pt x="0" y="3493813"/>
                    <a:pt x="0" y="3486743"/>
                  </a:cubicBezTo>
                  <a:lnTo>
                    <a:pt x="0" y="12801"/>
                  </a:lnTo>
                  <a:cubicBezTo>
                    <a:pt x="0" y="5731"/>
                    <a:pt x="5731" y="0"/>
                    <a:pt x="1280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3950">
              <a:solidFill>
                <a:srgbClr val="EDC25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81500" lIns="81500" spcFirstLastPara="1" rIns="81500" wrap="square" tIns="81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6"/>
            <p:cNvSpPr txBox="1"/>
            <p:nvPr/>
          </p:nvSpPr>
          <p:spPr>
            <a:xfrm>
              <a:off x="0" y="-47625"/>
              <a:ext cx="6150000" cy="354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275" lIns="45275" spcFirstLastPara="1" rIns="45275" wrap="square" tIns="45275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p16"/>
          <p:cNvSpPr txBox="1"/>
          <p:nvPr/>
        </p:nvSpPr>
        <p:spPr>
          <a:xfrm>
            <a:off x="879349" y="1363150"/>
            <a:ext cx="13256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0">
                <a:solidFill>
                  <a:srgbClr val="EDC253"/>
                </a:solidFill>
                <a:latin typeface="Cormorant SC"/>
                <a:ea typeface="Cormorant SC"/>
                <a:cs typeface="Cormorant SC"/>
                <a:sym typeface="Cormorant SC"/>
              </a:rPr>
              <a:t>New Features</a:t>
            </a:r>
            <a:endParaRPr/>
          </a:p>
        </p:txBody>
      </p:sp>
      <p:sp>
        <p:nvSpPr>
          <p:cNvPr id="295" name="Google Shape;295;p16"/>
          <p:cNvSpPr txBox="1"/>
          <p:nvPr/>
        </p:nvSpPr>
        <p:spPr>
          <a:xfrm>
            <a:off x="3096607" y="3876220"/>
            <a:ext cx="2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6" name="Google Shape;296;p16"/>
          <p:cNvGrpSpPr/>
          <p:nvPr/>
        </p:nvGrpSpPr>
        <p:grpSpPr>
          <a:xfrm>
            <a:off x="16600442" y="-1380977"/>
            <a:ext cx="1049083" cy="2581144"/>
            <a:chOff x="0" y="-47625"/>
            <a:chExt cx="276300" cy="679803"/>
          </a:xfrm>
        </p:grpSpPr>
        <p:sp>
          <p:nvSpPr>
            <p:cNvPr id="297" name="Google Shape;297;p16"/>
            <p:cNvSpPr/>
            <p:nvPr/>
          </p:nvSpPr>
          <p:spPr>
            <a:xfrm>
              <a:off x="0" y="0"/>
              <a:ext cx="276232" cy="632178"/>
            </a:xfrm>
            <a:custGeom>
              <a:rect b="b" l="l" r="r" t="t"/>
              <a:pathLst>
                <a:path extrusionOk="0" h="632178" w="276232">
                  <a:moveTo>
                    <a:pt x="110724" y="0"/>
                  </a:moveTo>
                  <a:lnTo>
                    <a:pt x="165508" y="0"/>
                  </a:lnTo>
                  <a:cubicBezTo>
                    <a:pt x="194874" y="0"/>
                    <a:pt x="223037" y="11665"/>
                    <a:pt x="243801" y="32430"/>
                  </a:cubicBezTo>
                  <a:cubicBezTo>
                    <a:pt x="264566" y="53195"/>
                    <a:pt x="276232" y="81358"/>
                    <a:pt x="276232" y="110724"/>
                  </a:cubicBezTo>
                  <a:lnTo>
                    <a:pt x="276232" y="521454"/>
                  </a:lnTo>
                  <a:cubicBezTo>
                    <a:pt x="276232" y="550820"/>
                    <a:pt x="264566" y="578983"/>
                    <a:pt x="243801" y="599748"/>
                  </a:cubicBezTo>
                  <a:cubicBezTo>
                    <a:pt x="223037" y="620512"/>
                    <a:pt x="194874" y="632178"/>
                    <a:pt x="165508" y="632178"/>
                  </a:cubicBezTo>
                  <a:lnTo>
                    <a:pt x="110724" y="632178"/>
                  </a:lnTo>
                  <a:cubicBezTo>
                    <a:pt x="81358" y="632178"/>
                    <a:pt x="53195" y="620512"/>
                    <a:pt x="32430" y="599748"/>
                  </a:cubicBezTo>
                  <a:cubicBezTo>
                    <a:pt x="11665" y="578983"/>
                    <a:pt x="0" y="550820"/>
                    <a:pt x="0" y="521454"/>
                  </a:cubicBezTo>
                  <a:lnTo>
                    <a:pt x="0" y="110724"/>
                  </a:lnTo>
                  <a:cubicBezTo>
                    <a:pt x="0" y="81358"/>
                    <a:pt x="11665" y="53195"/>
                    <a:pt x="32430" y="32430"/>
                  </a:cubicBezTo>
                  <a:cubicBezTo>
                    <a:pt x="53195" y="11665"/>
                    <a:pt x="81358" y="0"/>
                    <a:pt x="110724" y="0"/>
                  </a:cubicBezTo>
                  <a:close/>
                </a:path>
              </a:pathLst>
            </a:custGeom>
            <a:solidFill>
              <a:srgbClr val="8905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6"/>
            <p:cNvSpPr txBox="1"/>
            <p:nvPr/>
          </p:nvSpPr>
          <p:spPr>
            <a:xfrm>
              <a:off x="0" y="-47625"/>
              <a:ext cx="276300" cy="6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6"/>
          <p:cNvGrpSpPr/>
          <p:nvPr/>
        </p:nvGrpSpPr>
        <p:grpSpPr>
          <a:xfrm>
            <a:off x="17259300" y="-1903093"/>
            <a:ext cx="1425470" cy="5136067"/>
            <a:chOff x="0" y="-47625"/>
            <a:chExt cx="375430" cy="1352700"/>
          </a:xfrm>
        </p:grpSpPr>
        <p:sp>
          <p:nvSpPr>
            <p:cNvPr id="300" name="Google Shape;300;p16"/>
            <p:cNvSpPr/>
            <p:nvPr/>
          </p:nvSpPr>
          <p:spPr>
            <a:xfrm>
              <a:off x="0" y="0"/>
              <a:ext cx="375430" cy="1305023"/>
            </a:xfrm>
            <a:custGeom>
              <a:rect b="b" l="l" r="r" t="t"/>
              <a:pathLst>
                <a:path extrusionOk="0" h="1305023" w="375430">
                  <a:moveTo>
                    <a:pt x="81467" y="0"/>
                  </a:moveTo>
                  <a:lnTo>
                    <a:pt x="293963" y="0"/>
                  </a:lnTo>
                  <a:cubicBezTo>
                    <a:pt x="315570" y="0"/>
                    <a:pt x="336291" y="8583"/>
                    <a:pt x="351569" y="23861"/>
                  </a:cubicBezTo>
                  <a:cubicBezTo>
                    <a:pt x="366847" y="39139"/>
                    <a:pt x="375430" y="59861"/>
                    <a:pt x="375430" y="81467"/>
                  </a:cubicBezTo>
                  <a:lnTo>
                    <a:pt x="375430" y="1223555"/>
                  </a:lnTo>
                  <a:cubicBezTo>
                    <a:pt x="375430" y="1268549"/>
                    <a:pt x="338956" y="1305023"/>
                    <a:pt x="293963" y="1305023"/>
                  </a:cubicBezTo>
                  <a:lnTo>
                    <a:pt x="81467" y="1305023"/>
                  </a:lnTo>
                  <a:cubicBezTo>
                    <a:pt x="36474" y="1305023"/>
                    <a:pt x="0" y="1268549"/>
                    <a:pt x="0" y="1223555"/>
                  </a:cubicBezTo>
                  <a:lnTo>
                    <a:pt x="0" y="81467"/>
                  </a:lnTo>
                  <a:cubicBezTo>
                    <a:pt x="0" y="36474"/>
                    <a:pt x="36474" y="0"/>
                    <a:pt x="81467" y="0"/>
                  </a:cubicBezTo>
                  <a:close/>
                </a:path>
              </a:pathLst>
            </a:custGeom>
            <a:solidFill>
              <a:srgbClr val="EDC2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6"/>
            <p:cNvSpPr txBox="1"/>
            <p:nvPr/>
          </p:nvSpPr>
          <p:spPr>
            <a:xfrm>
              <a:off x="0" y="-47625"/>
              <a:ext cx="3753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6"/>
          <p:cNvGrpSpPr/>
          <p:nvPr/>
        </p:nvGrpSpPr>
        <p:grpSpPr>
          <a:xfrm>
            <a:off x="17790683" y="2476763"/>
            <a:ext cx="2417984" cy="3385477"/>
            <a:chOff x="0" y="-47625"/>
            <a:chExt cx="1639200" cy="2295083"/>
          </a:xfrm>
        </p:grpSpPr>
        <p:sp>
          <p:nvSpPr>
            <p:cNvPr id="303" name="Google Shape;303;p16"/>
            <p:cNvSpPr/>
            <p:nvPr/>
          </p:nvSpPr>
          <p:spPr>
            <a:xfrm>
              <a:off x="0" y="0"/>
              <a:ext cx="1639065" cy="2247458"/>
            </a:xfrm>
            <a:custGeom>
              <a:rect b="b" l="l" r="r" t="t"/>
              <a:pathLst>
                <a:path extrusionOk="0" h="2247458" w="1639065">
                  <a:moveTo>
                    <a:pt x="48031" y="0"/>
                  </a:moveTo>
                  <a:lnTo>
                    <a:pt x="1591035" y="0"/>
                  </a:lnTo>
                  <a:cubicBezTo>
                    <a:pt x="1603773" y="0"/>
                    <a:pt x="1615990" y="5060"/>
                    <a:pt x="1624997" y="14068"/>
                  </a:cubicBezTo>
                  <a:cubicBezTo>
                    <a:pt x="1634005" y="23075"/>
                    <a:pt x="1639065" y="35292"/>
                    <a:pt x="1639065" y="48031"/>
                  </a:cubicBezTo>
                  <a:lnTo>
                    <a:pt x="1639065" y="2199427"/>
                  </a:lnTo>
                  <a:cubicBezTo>
                    <a:pt x="1639065" y="2225954"/>
                    <a:pt x="1617561" y="2247458"/>
                    <a:pt x="1591035" y="2247458"/>
                  </a:cubicBezTo>
                  <a:lnTo>
                    <a:pt x="48031" y="2247458"/>
                  </a:lnTo>
                  <a:cubicBezTo>
                    <a:pt x="35292" y="2247458"/>
                    <a:pt x="23075" y="2242397"/>
                    <a:pt x="14068" y="2233390"/>
                  </a:cubicBezTo>
                  <a:cubicBezTo>
                    <a:pt x="5060" y="2224382"/>
                    <a:pt x="0" y="2212166"/>
                    <a:pt x="0" y="2199427"/>
                  </a:cubicBezTo>
                  <a:lnTo>
                    <a:pt x="0" y="48031"/>
                  </a:lnTo>
                  <a:cubicBezTo>
                    <a:pt x="0" y="21504"/>
                    <a:pt x="21504" y="0"/>
                    <a:pt x="480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6"/>
            <p:cNvSpPr txBox="1"/>
            <p:nvPr/>
          </p:nvSpPr>
          <p:spPr>
            <a:xfrm>
              <a:off x="0" y="-47625"/>
              <a:ext cx="1639200" cy="22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05" name="Google Shape;305;p16"/>
          <p:cNvCxnSpPr/>
          <p:nvPr/>
        </p:nvCxnSpPr>
        <p:spPr>
          <a:xfrm>
            <a:off x="12431220" y="9239250"/>
            <a:ext cx="4951500" cy="0"/>
          </a:xfrm>
          <a:prstGeom prst="straightConnector1">
            <a:avLst/>
          </a:prstGeom>
          <a:noFill/>
          <a:ln cap="rnd" cmpd="sng" w="38100">
            <a:solidFill>
              <a:srgbClr val="EDC25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16"/>
          <p:cNvSpPr/>
          <p:nvPr/>
        </p:nvSpPr>
        <p:spPr>
          <a:xfrm rot="10800000">
            <a:off x="7677837" y="8821563"/>
            <a:ext cx="2932327" cy="964002"/>
          </a:xfrm>
          <a:custGeom>
            <a:rect b="b" l="l" r="r" t="t"/>
            <a:pathLst>
              <a:path extrusionOk="0" h="964002" w="2932327">
                <a:moveTo>
                  <a:pt x="0" y="0"/>
                </a:moveTo>
                <a:lnTo>
                  <a:pt x="2932326" y="0"/>
                </a:lnTo>
                <a:lnTo>
                  <a:pt x="2932326" y="964003"/>
                </a:lnTo>
                <a:lnTo>
                  <a:pt x="0" y="9640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07" name="Google Shape;307;p16"/>
          <p:cNvCxnSpPr/>
          <p:nvPr/>
        </p:nvCxnSpPr>
        <p:spPr>
          <a:xfrm>
            <a:off x="879358" y="9239250"/>
            <a:ext cx="4951500" cy="0"/>
          </a:xfrm>
          <a:prstGeom prst="straightConnector1">
            <a:avLst/>
          </a:prstGeom>
          <a:noFill/>
          <a:ln cap="rnd" cmpd="sng" w="38100">
            <a:solidFill>
              <a:srgbClr val="EDC25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8" name="Google Shape;308;p16"/>
          <p:cNvGrpSpPr/>
          <p:nvPr/>
        </p:nvGrpSpPr>
        <p:grpSpPr>
          <a:xfrm>
            <a:off x="-469898" y="5363532"/>
            <a:ext cx="1111240" cy="3385477"/>
            <a:chOff x="0" y="-47625"/>
            <a:chExt cx="753332" cy="2295083"/>
          </a:xfrm>
        </p:grpSpPr>
        <p:sp>
          <p:nvSpPr>
            <p:cNvPr id="309" name="Google Shape;309;p16"/>
            <p:cNvSpPr/>
            <p:nvPr/>
          </p:nvSpPr>
          <p:spPr>
            <a:xfrm>
              <a:off x="0" y="0"/>
              <a:ext cx="753332" cy="2247458"/>
            </a:xfrm>
            <a:custGeom>
              <a:rect b="b" l="l" r="r" t="t"/>
              <a:pathLst>
                <a:path extrusionOk="0" h="2247458" w="753332">
                  <a:moveTo>
                    <a:pt x="104503" y="0"/>
                  </a:moveTo>
                  <a:lnTo>
                    <a:pt x="648830" y="0"/>
                  </a:lnTo>
                  <a:cubicBezTo>
                    <a:pt x="676546" y="0"/>
                    <a:pt x="703126" y="11010"/>
                    <a:pt x="722724" y="30608"/>
                  </a:cubicBezTo>
                  <a:cubicBezTo>
                    <a:pt x="742322" y="50206"/>
                    <a:pt x="753332" y="76787"/>
                    <a:pt x="753332" y="104503"/>
                  </a:cubicBezTo>
                  <a:lnTo>
                    <a:pt x="753332" y="2142955"/>
                  </a:lnTo>
                  <a:cubicBezTo>
                    <a:pt x="753332" y="2170671"/>
                    <a:pt x="742322" y="2197252"/>
                    <a:pt x="722724" y="2216850"/>
                  </a:cubicBezTo>
                  <a:cubicBezTo>
                    <a:pt x="703126" y="2236448"/>
                    <a:pt x="676546" y="2247458"/>
                    <a:pt x="648830" y="2247458"/>
                  </a:cubicBezTo>
                  <a:lnTo>
                    <a:pt x="104503" y="2247458"/>
                  </a:lnTo>
                  <a:cubicBezTo>
                    <a:pt x="76787" y="2247458"/>
                    <a:pt x="50206" y="2236448"/>
                    <a:pt x="30608" y="2216850"/>
                  </a:cubicBezTo>
                  <a:cubicBezTo>
                    <a:pt x="11010" y="2197252"/>
                    <a:pt x="0" y="2170671"/>
                    <a:pt x="0" y="2142955"/>
                  </a:cubicBezTo>
                  <a:lnTo>
                    <a:pt x="0" y="104503"/>
                  </a:lnTo>
                  <a:cubicBezTo>
                    <a:pt x="0" y="76787"/>
                    <a:pt x="11010" y="50206"/>
                    <a:pt x="30608" y="30608"/>
                  </a:cubicBezTo>
                  <a:cubicBezTo>
                    <a:pt x="50206" y="11010"/>
                    <a:pt x="76787" y="0"/>
                    <a:pt x="1045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6"/>
            <p:cNvSpPr txBox="1"/>
            <p:nvPr/>
          </p:nvSpPr>
          <p:spPr>
            <a:xfrm>
              <a:off x="0" y="-47625"/>
              <a:ext cx="753300" cy="22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16"/>
          <p:cNvGrpSpPr/>
          <p:nvPr/>
        </p:nvGrpSpPr>
        <p:grpSpPr>
          <a:xfrm>
            <a:off x="302725" y="3785648"/>
            <a:ext cx="677254" cy="2762327"/>
            <a:chOff x="0" y="-47625"/>
            <a:chExt cx="459124" cy="1872637"/>
          </a:xfrm>
        </p:grpSpPr>
        <p:sp>
          <p:nvSpPr>
            <p:cNvPr id="312" name="Google Shape;312;p16"/>
            <p:cNvSpPr/>
            <p:nvPr/>
          </p:nvSpPr>
          <p:spPr>
            <a:xfrm>
              <a:off x="0" y="0"/>
              <a:ext cx="459124" cy="1825012"/>
            </a:xfrm>
            <a:custGeom>
              <a:rect b="b" l="l" r="r" t="t"/>
              <a:pathLst>
                <a:path extrusionOk="0" h="1825012" w="459124">
                  <a:moveTo>
                    <a:pt x="171468" y="0"/>
                  </a:moveTo>
                  <a:lnTo>
                    <a:pt x="287656" y="0"/>
                  </a:lnTo>
                  <a:cubicBezTo>
                    <a:pt x="333132" y="0"/>
                    <a:pt x="376746" y="18065"/>
                    <a:pt x="408902" y="50222"/>
                  </a:cubicBezTo>
                  <a:cubicBezTo>
                    <a:pt x="441059" y="82378"/>
                    <a:pt x="459124" y="125992"/>
                    <a:pt x="459124" y="171468"/>
                  </a:cubicBezTo>
                  <a:lnTo>
                    <a:pt x="459124" y="1653543"/>
                  </a:lnTo>
                  <a:cubicBezTo>
                    <a:pt x="459124" y="1748243"/>
                    <a:pt x="382355" y="1825012"/>
                    <a:pt x="287656" y="1825012"/>
                  </a:cubicBezTo>
                  <a:lnTo>
                    <a:pt x="171468" y="1825012"/>
                  </a:lnTo>
                  <a:cubicBezTo>
                    <a:pt x="125992" y="1825012"/>
                    <a:pt x="82378" y="1806946"/>
                    <a:pt x="50222" y="1774790"/>
                  </a:cubicBezTo>
                  <a:cubicBezTo>
                    <a:pt x="18065" y="1742633"/>
                    <a:pt x="0" y="1699020"/>
                    <a:pt x="0" y="1653543"/>
                  </a:cubicBezTo>
                  <a:lnTo>
                    <a:pt x="0" y="171468"/>
                  </a:lnTo>
                  <a:cubicBezTo>
                    <a:pt x="0" y="125992"/>
                    <a:pt x="18065" y="82378"/>
                    <a:pt x="50222" y="50222"/>
                  </a:cubicBezTo>
                  <a:cubicBezTo>
                    <a:pt x="82378" y="18065"/>
                    <a:pt x="125992" y="0"/>
                    <a:pt x="1714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6"/>
            <p:cNvSpPr txBox="1"/>
            <p:nvPr/>
          </p:nvSpPr>
          <p:spPr>
            <a:xfrm>
              <a:off x="0" y="-47625"/>
              <a:ext cx="459000" cy="187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" name="Google Shape;314;p16"/>
          <p:cNvSpPr txBox="1"/>
          <p:nvPr/>
        </p:nvSpPr>
        <p:spPr>
          <a:xfrm>
            <a:off x="1929842" y="3386813"/>
            <a:ext cx="4951500" cy="44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adauk"/>
              <a:buChar char="●"/>
            </a:pPr>
            <a:r>
              <a:rPr b="1" lang="en-US" sz="3500">
                <a:solidFill>
                  <a:schemeClr val="lt1"/>
                </a:solidFill>
                <a:latin typeface="Padauk"/>
                <a:ea typeface="Padauk"/>
                <a:cs typeface="Padauk"/>
                <a:sym typeface="Padauk"/>
              </a:rPr>
              <a:t>Advanced function that returns data in a new table that uses all 7 tables that  were created. It combines WINDOW and CTE Functions.</a:t>
            </a:r>
            <a:endParaRPr b="1" sz="3500">
              <a:solidFill>
                <a:schemeClr val="lt1"/>
              </a:solidFill>
              <a:latin typeface="Padauk"/>
              <a:ea typeface="Padauk"/>
              <a:cs typeface="Padauk"/>
              <a:sym typeface="Padau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  <a:latin typeface="Padauk"/>
              <a:ea typeface="Padauk"/>
              <a:cs typeface="Padauk"/>
              <a:sym typeface="Padauk"/>
            </a:endParaRPr>
          </a:p>
        </p:txBody>
      </p:sp>
      <p:pic>
        <p:nvPicPr>
          <p:cNvPr id="315" name="Google Shape;315;p16" title="Screenshot 2026-05-03 18124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31214" y="3429000"/>
            <a:ext cx="8211410" cy="43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5639" l="0" r="0" t="-75629"/>
            </a:stretch>
          </a:blipFill>
          <a:ln>
            <a:noFill/>
          </a:ln>
        </p:spPr>
      </p:sp>
      <p:sp>
        <p:nvSpPr>
          <p:cNvPr id="321" name="Google Shape;321;p17"/>
          <p:cNvSpPr/>
          <p:nvPr/>
        </p:nvSpPr>
        <p:spPr>
          <a:xfrm>
            <a:off x="0" y="-881625"/>
            <a:ext cx="18288000" cy="13716000"/>
          </a:xfrm>
          <a:custGeom>
            <a:rect b="b" l="l" r="r" t="t"/>
            <a:pathLst>
              <a:path extrusionOk="0"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2" name="Google Shape;322;p17"/>
          <p:cNvSpPr txBox="1"/>
          <p:nvPr/>
        </p:nvSpPr>
        <p:spPr>
          <a:xfrm>
            <a:off x="3096607" y="3876220"/>
            <a:ext cx="2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3" name="Google Shape;323;p17"/>
          <p:cNvGrpSpPr/>
          <p:nvPr/>
        </p:nvGrpSpPr>
        <p:grpSpPr>
          <a:xfrm>
            <a:off x="2405200" y="3248850"/>
            <a:ext cx="10204695" cy="4663859"/>
            <a:chOff x="0" y="-47625"/>
            <a:chExt cx="6150000" cy="3547200"/>
          </a:xfrm>
        </p:grpSpPr>
        <p:sp>
          <p:nvSpPr>
            <p:cNvPr id="324" name="Google Shape;324;p17"/>
            <p:cNvSpPr/>
            <p:nvPr/>
          </p:nvSpPr>
          <p:spPr>
            <a:xfrm>
              <a:off x="0" y="0"/>
              <a:ext cx="6149938" cy="3499544"/>
            </a:xfrm>
            <a:custGeom>
              <a:rect b="b" l="l" r="r" t="t"/>
              <a:pathLst>
                <a:path extrusionOk="0" h="3499544" w="6149938">
                  <a:moveTo>
                    <a:pt x="12801" y="0"/>
                  </a:moveTo>
                  <a:lnTo>
                    <a:pt x="6137137" y="0"/>
                  </a:lnTo>
                  <a:cubicBezTo>
                    <a:pt x="6144207" y="0"/>
                    <a:pt x="6149938" y="5731"/>
                    <a:pt x="6149938" y="12801"/>
                  </a:cubicBezTo>
                  <a:lnTo>
                    <a:pt x="6149938" y="3486743"/>
                  </a:lnTo>
                  <a:cubicBezTo>
                    <a:pt x="6149938" y="3493813"/>
                    <a:pt x="6144207" y="3499544"/>
                    <a:pt x="6137137" y="3499544"/>
                  </a:cubicBezTo>
                  <a:lnTo>
                    <a:pt x="12801" y="3499544"/>
                  </a:lnTo>
                  <a:cubicBezTo>
                    <a:pt x="5731" y="3499544"/>
                    <a:pt x="0" y="3493813"/>
                    <a:pt x="0" y="3486743"/>
                  </a:cubicBezTo>
                  <a:lnTo>
                    <a:pt x="0" y="12801"/>
                  </a:lnTo>
                  <a:cubicBezTo>
                    <a:pt x="0" y="5731"/>
                    <a:pt x="5731" y="0"/>
                    <a:pt x="1280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3950">
              <a:solidFill>
                <a:srgbClr val="EDC25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81500" lIns="81500" spcFirstLastPara="1" rIns="81500" wrap="square" tIns="81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7"/>
            <p:cNvSpPr txBox="1"/>
            <p:nvPr/>
          </p:nvSpPr>
          <p:spPr>
            <a:xfrm>
              <a:off x="0" y="-47625"/>
              <a:ext cx="6150000" cy="354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275" lIns="45275" spcFirstLastPara="1" rIns="45275" wrap="square" tIns="45275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17"/>
          <p:cNvGrpSpPr/>
          <p:nvPr/>
        </p:nvGrpSpPr>
        <p:grpSpPr>
          <a:xfrm>
            <a:off x="16600442" y="-1380977"/>
            <a:ext cx="1049083" cy="2581144"/>
            <a:chOff x="0" y="-47625"/>
            <a:chExt cx="276300" cy="679803"/>
          </a:xfrm>
        </p:grpSpPr>
        <p:sp>
          <p:nvSpPr>
            <p:cNvPr id="327" name="Google Shape;327;p17"/>
            <p:cNvSpPr/>
            <p:nvPr/>
          </p:nvSpPr>
          <p:spPr>
            <a:xfrm>
              <a:off x="0" y="0"/>
              <a:ext cx="276232" cy="632178"/>
            </a:xfrm>
            <a:custGeom>
              <a:rect b="b" l="l" r="r" t="t"/>
              <a:pathLst>
                <a:path extrusionOk="0" h="632178" w="276232">
                  <a:moveTo>
                    <a:pt x="110724" y="0"/>
                  </a:moveTo>
                  <a:lnTo>
                    <a:pt x="165508" y="0"/>
                  </a:lnTo>
                  <a:cubicBezTo>
                    <a:pt x="194874" y="0"/>
                    <a:pt x="223037" y="11665"/>
                    <a:pt x="243801" y="32430"/>
                  </a:cubicBezTo>
                  <a:cubicBezTo>
                    <a:pt x="264566" y="53195"/>
                    <a:pt x="276232" y="81358"/>
                    <a:pt x="276232" y="110724"/>
                  </a:cubicBezTo>
                  <a:lnTo>
                    <a:pt x="276232" y="521454"/>
                  </a:lnTo>
                  <a:cubicBezTo>
                    <a:pt x="276232" y="550820"/>
                    <a:pt x="264566" y="578983"/>
                    <a:pt x="243801" y="599748"/>
                  </a:cubicBezTo>
                  <a:cubicBezTo>
                    <a:pt x="223037" y="620512"/>
                    <a:pt x="194874" y="632178"/>
                    <a:pt x="165508" y="632178"/>
                  </a:cubicBezTo>
                  <a:lnTo>
                    <a:pt x="110724" y="632178"/>
                  </a:lnTo>
                  <a:cubicBezTo>
                    <a:pt x="81358" y="632178"/>
                    <a:pt x="53195" y="620512"/>
                    <a:pt x="32430" y="599748"/>
                  </a:cubicBezTo>
                  <a:cubicBezTo>
                    <a:pt x="11665" y="578983"/>
                    <a:pt x="0" y="550820"/>
                    <a:pt x="0" y="521454"/>
                  </a:cubicBezTo>
                  <a:lnTo>
                    <a:pt x="0" y="110724"/>
                  </a:lnTo>
                  <a:cubicBezTo>
                    <a:pt x="0" y="81358"/>
                    <a:pt x="11665" y="53195"/>
                    <a:pt x="32430" y="32430"/>
                  </a:cubicBezTo>
                  <a:cubicBezTo>
                    <a:pt x="53195" y="11665"/>
                    <a:pt x="81358" y="0"/>
                    <a:pt x="110724" y="0"/>
                  </a:cubicBezTo>
                  <a:close/>
                </a:path>
              </a:pathLst>
            </a:custGeom>
            <a:solidFill>
              <a:srgbClr val="8905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7"/>
            <p:cNvSpPr txBox="1"/>
            <p:nvPr/>
          </p:nvSpPr>
          <p:spPr>
            <a:xfrm>
              <a:off x="0" y="-47625"/>
              <a:ext cx="276300" cy="6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" name="Google Shape;329;p17"/>
          <p:cNvGrpSpPr/>
          <p:nvPr/>
        </p:nvGrpSpPr>
        <p:grpSpPr>
          <a:xfrm>
            <a:off x="17259300" y="-1903093"/>
            <a:ext cx="1425470" cy="5136067"/>
            <a:chOff x="0" y="-47625"/>
            <a:chExt cx="375430" cy="1352700"/>
          </a:xfrm>
        </p:grpSpPr>
        <p:sp>
          <p:nvSpPr>
            <p:cNvPr id="330" name="Google Shape;330;p17"/>
            <p:cNvSpPr/>
            <p:nvPr/>
          </p:nvSpPr>
          <p:spPr>
            <a:xfrm>
              <a:off x="0" y="0"/>
              <a:ext cx="375430" cy="1305023"/>
            </a:xfrm>
            <a:custGeom>
              <a:rect b="b" l="l" r="r" t="t"/>
              <a:pathLst>
                <a:path extrusionOk="0" h="1305023" w="375430">
                  <a:moveTo>
                    <a:pt x="81467" y="0"/>
                  </a:moveTo>
                  <a:lnTo>
                    <a:pt x="293963" y="0"/>
                  </a:lnTo>
                  <a:cubicBezTo>
                    <a:pt x="315570" y="0"/>
                    <a:pt x="336291" y="8583"/>
                    <a:pt x="351569" y="23861"/>
                  </a:cubicBezTo>
                  <a:cubicBezTo>
                    <a:pt x="366847" y="39139"/>
                    <a:pt x="375430" y="59861"/>
                    <a:pt x="375430" y="81467"/>
                  </a:cubicBezTo>
                  <a:lnTo>
                    <a:pt x="375430" y="1223555"/>
                  </a:lnTo>
                  <a:cubicBezTo>
                    <a:pt x="375430" y="1268549"/>
                    <a:pt x="338956" y="1305023"/>
                    <a:pt x="293963" y="1305023"/>
                  </a:cubicBezTo>
                  <a:lnTo>
                    <a:pt x="81467" y="1305023"/>
                  </a:lnTo>
                  <a:cubicBezTo>
                    <a:pt x="36474" y="1305023"/>
                    <a:pt x="0" y="1268549"/>
                    <a:pt x="0" y="1223555"/>
                  </a:cubicBezTo>
                  <a:lnTo>
                    <a:pt x="0" y="81467"/>
                  </a:lnTo>
                  <a:cubicBezTo>
                    <a:pt x="0" y="36474"/>
                    <a:pt x="36474" y="0"/>
                    <a:pt x="81467" y="0"/>
                  </a:cubicBezTo>
                  <a:close/>
                </a:path>
              </a:pathLst>
            </a:custGeom>
            <a:solidFill>
              <a:srgbClr val="EDC2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7"/>
            <p:cNvSpPr txBox="1"/>
            <p:nvPr/>
          </p:nvSpPr>
          <p:spPr>
            <a:xfrm>
              <a:off x="0" y="-47625"/>
              <a:ext cx="3753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p17"/>
          <p:cNvGrpSpPr/>
          <p:nvPr/>
        </p:nvGrpSpPr>
        <p:grpSpPr>
          <a:xfrm>
            <a:off x="17790683" y="2476763"/>
            <a:ext cx="2417984" cy="3385477"/>
            <a:chOff x="0" y="-47625"/>
            <a:chExt cx="1639200" cy="2295083"/>
          </a:xfrm>
        </p:grpSpPr>
        <p:sp>
          <p:nvSpPr>
            <p:cNvPr id="333" name="Google Shape;333;p17"/>
            <p:cNvSpPr/>
            <p:nvPr/>
          </p:nvSpPr>
          <p:spPr>
            <a:xfrm>
              <a:off x="0" y="0"/>
              <a:ext cx="1639065" cy="2247458"/>
            </a:xfrm>
            <a:custGeom>
              <a:rect b="b" l="l" r="r" t="t"/>
              <a:pathLst>
                <a:path extrusionOk="0" h="2247458" w="1639065">
                  <a:moveTo>
                    <a:pt x="48031" y="0"/>
                  </a:moveTo>
                  <a:lnTo>
                    <a:pt x="1591035" y="0"/>
                  </a:lnTo>
                  <a:cubicBezTo>
                    <a:pt x="1603773" y="0"/>
                    <a:pt x="1615990" y="5060"/>
                    <a:pt x="1624997" y="14068"/>
                  </a:cubicBezTo>
                  <a:cubicBezTo>
                    <a:pt x="1634005" y="23075"/>
                    <a:pt x="1639065" y="35292"/>
                    <a:pt x="1639065" y="48031"/>
                  </a:cubicBezTo>
                  <a:lnTo>
                    <a:pt x="1639065" y="2199427"/>
                  </a:lnTo>
                  <a:cubicBezTo>
                    <a:pt x="1639065" y="2225954"/>
                    <a:pt x="1617561" y="2247458"/>
                    <a:pt x="1591035" y="2247458"/>
                  </a:cubicBezTo>
                  <a:lnTo>
                    <a:pt x="48031" y="2247458"/>
                  </a:lnTo>
                  <a:cubicBezTo>
                    <a:pt x="35292" y="2247458"/>
                    <a:pt x="23075" y="2242397"/>
                    <a:pt x="14068" y="2233390"/>
                  </a:cubicBezTo>
                  <a:cubicBezTo>
                    <a:pt x="5060" y="2224382"/>
                    <a:pt x="0" y="2212166"/>
                    <a:pt x="0" y="2199427"/>
                  </a:cubicBezTo>
                  <a:lnTo>
                    <a:pt x="0" y="48031"/>
                  </a:lnTo>
                  <a:cubicBezTo>
                    <a:pt x="0" y="21504"/>
                    <a:pt x="21504" y="0"/>
                    <a:pt x="480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7"/>
            <p:cNvSpPr txBox="1"/>
            <p:nvPr/>
          </p:nvSpPr>
          <p:spPr>
            <a:xfrm>
              <a:off x="0" y="-47625"/>
              <a:ext cx="1639200" cy="22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5" name="Google Shape;335;p17"/>
          <p:cNvCxnSpPr/>
          <p:nvPr/>
        </p:nvCxnSpPr>
        <p:spPr>
          <a:xfrm>
            <a:off x="12431220" y="9239250"/>
            <a:ext cx="4951500" cy="0"/>
          </a:xfrm>
          <a:prstGeom prst="straightConnector1">
            <a:avLst/>
          </a:prstGeom>
          <a:noFill/>
          <a:ln cap="rnd" cmpd="sng" w="38100">
            <a:solidFill>
              <a:srgbClr val="EDC25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17"/>
          <p:cNvSpPr/>
          <p:nvPr/>
        </p:nvSpPr>
        <p:spPr>
          <a:xfrm rot="10800000">
            <a:off x="7677837" y="8821563"/>
            <a:ext cx="2932327" cy="964002"/>
          </a:xfrm>
          <a:custGeom>
            <a:rect b="b" l="l" r="r" t="t"/>
            <a:pathLst>
              <a:path extrusionOk="0" h="964002" w="2932327">
                <a:moveTo>
                  <a:pt x="0" y="0"/>
                </a:moveTo>
                <a:lnTo>
                  <a:pt x="2932326" y="0"/>
                </a:lnTo>
                <a:lnTo>
                  <a:pt x="2932326" y="964003"/>
                </a:lnTo>
                <a:lnTo>
                  <a:pt x="0" y="9640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37" name="Google Shape;337;p17"/>
          <p:cNvCxnSpPr/>
          <p:nvPr/>
        </p:nvCxnSpPr>
        <p:spPr>
          <a:xfrm>
            <a:off x="879358" y="9239250"/>
            <a:ext cx="4951500" cy="0"/>
          </a:xfrm>
          <a:prstGeom prst="straightConnector1">
            <a:avLst/>
          </a:prstGeom>
          <a:noFill/>
          <a:ln cap="rnd" cmpd="sng" w="38100">
            <a:solidFill>
              <a:srgbClr val="EDC25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8" name="Google Shape;338;p17"/>
          <p:cNvGrpSpPr/>
          <p:nvPr/>
        </p:nvGrpSpPr>
        <p:grpSpPr>
          <a:xfrm>
            <a:off x="-469898" y="5363532"/>
            <a:ext cx="1111240" cy="3385477"/>
            <a:chOff x="0" y="-47625"/>
            <a:chExt cx="753332" cy="2295083"/>
          </a:xfrm>
        </p:grpSpPr>
        <p:sp>
          <p:nvSpPr>
            <p:cNvPr id="339" name="Google Shape;339;p17"/>
            <p:cNvSpPr/>
            <p:nvPr/>
          </p:nvSpPr>
          <p:spPr>
            <a:xfrm>
              <a:off x="0" y="0"/>
              <a:ext cx="753332" cy="2247458"/>
            </a:xfrm>
            <a:custGeom>
              <a:rect b="b" l="l" r="r" t="t"/>
              <a:pathLst>
                <a:path extrusionOk="0" h="2247458" w="753332">
                  <a:moveTo>
                    <a:pt x="104503" y="0"/>
                  </a:moveTo>
                  <a:lnTo>
                    <a:pt x="648830" y="0"/>
                  </a:lnTo>
                  <a:cubicBezTo>
                    <a:pt x="676546" y="0"/>
                    <a:pt x="703126" y="11010"/>
                    <a:pt x="722724" y="30608"/>
                  </a:cubicBezTo>
                  <a:cubicBezTo>
                    <a:pt x="742322" y="50206"/>
                    <a:pt x="753332" y="76787"/>
                    <a:pt x="753332" y="104503"/>
                  </a:cubicBezTo>
                  <a:lnTo>
                    <a:pt x="753332" y="2142955"/>
                  </a:lnTo>
                  <a:cubicBezTo>
                    <a:pt x="753332" y="2170671"/>
                    <a:pt x="742322" y="2197252"/>
                    <a:pt x="722724" y="2216850"/>
                  </a:cubicBezTo>
                  <a:cubicBezTo>
                    <a:pt x="703126" y="2236448"/>
                    <a:pt x="676546" y="2247458"/>
                    <a:pt x="648830" y="2247458"/>
                  </a:cubicBezTo>
                  <a:lnTo>
                    <a:pt x="104503" y="2247458"/>
                  </a:lnTo>
                  <a:cubicBezTo>
                    <a:pt x="76787" y="2247458"/>
                    <a:pt x="50206" y="2236448"/>
                    <a:pt x="30608" y="2216850"/>
                  </a:cubicBezTo>
                  <a:cubicBezTo>
                    <a:pt x="11010" y="2197252"/>
                    <a:pt x="0" y="2170671"/>
                    <a:pt x="0" y="2142955"/>
                  </a:cubicBezTo>
                  <a:lnTo>
                    <a:pt x="0" y="104503"/>
                  </a:lnTo>
                  <a:cubicBezTo>
                    <a:pt x="0" y="76787"/>
                    <a:pt x="11010" y="50206"/>
                    <a:pt x="30608" y="30608"/>
                  </a:cubicBezTo>
                  <a:cubicBezTo>
                    <a:pt x="50206" y="11010"/>
                    <a:pt x="76787" y="0"/>
                    <a:pt x="1045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7"/>
            <p:cNvSpPr txBox="1"/>
            <p:nvPr/>
          </p:nvSpPr>
          <p:spPr>
            <a:xfrm>
              <a:off x="0" y="-47625"/>
              <a:ext cx="753300" cy="22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1" name="Google Shape;341;p17"/>
          <p:cNvGrpSpPr/>
          <p:nvPr/>
        </p:nvGrpSpPr>
        <p:grpSpPr>
          <a:xfrm>
            <a:off x="302725" y="3785648"/>
            <a:ext cx="677254" cy="2762327"/>
            <a:chOff x="0" y="-47625"/>
            <a:chExt cx="459124" cy="1872637"/>
          </a:xfrm>
        </p:grpSpPr>
        <p:sp>
          <p:nvSpPr>
            <p:cNvPr id="342" name="Google Shape;342;p17"/>
            <p:cNvSpPr/>
            <p:nvPr/>
          </p:nvSpPr>
          <p:spPr>
            <a:xfrm>
              <a:off x="0" y="0"/>
              <a:ext cx="459124" cy="1825012"/>
            </a:xfrm>
            <a:custGeom>
              <a:rect b="b" l="l" r="r" t="t"/>
              <a:pathLst>
                <a:path extrusionOk="0" h="1825012" w="459124">
                  <a:moveTo>
                    <a:pt x="171468" y="0"/>
                  </a:moveTo>
                  <a:lnTo>
                    <a:pt x="287656" y="0"/>
                  </a:lnTo>
                  <a:cubicBezTo>
                    <a:pt x="333132" y="0"/>
                    <a:pt x="376746" y="18065"/>
                    <a:pt x="408902" y="50222"/>
                  </a:cubicBezTo>
                  <a:cubicBezTo>
                    <a:pt x="441059" y="82378"/>
                    <a:pt x="459124" y="125992"/>
                    <a:pt x="459124" y="171468"/>
                  </a:cubicBezTo>
                  <a:lnTo>
                    <a:pt x="459124" y="1653543"/>
                  </a:lnTo>
                  <a:cubicBezTo>
                    <a:pt x="459124" y="1748243"/>
                    <a:pt x="382355" y="1825012"/>
                    <a:pt x="287656" y="1825012"/>
                  </a:cubicBezTo>
                  <a:lnTo>
                    <a:pt x="171468" y="1825012"/>
                  </a:lnTo>
                  <a:cubicBezTo>
                    <a:pt x="125992" y="1825012"/>
                    <a:pt x="82378" y="1806946"/>
                    <a:pt x="50222" y="1774790"/>
                  </a:cubicBezTo>
                  <a:cubicBezTo>
                    <a:pt x="18065" y="1742633"/>
                    <a:pt x="0" y="1699020"/>
                    <a:pt x="0" y="1653543"/>
                  </a:cubicBezTo>
                  <a:lnTo>
                    <a:pt x="0" y="171468"/>
                  </a:lnTo>
                  <a:cubicBezTo>
                    <a:pt x="0" y="125992"/>
                    <a:pt x="18065" y="82378"/>
                    <a:pt x="50222" y="50222"/>
                  </a:cubicBezTo>
                  <a:cubicBezTo>
                    <a:pt x="82378" y="18065"/>
                    <a:pt x="125992" y="0"/>
                    <a:pt x="1714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8905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7"/>
            <p:cNvSpPr txBox="1"/>
            <p:nvPr/>
          </p:nvSpPr>
          <p:spPr>
            <a:xfrm>
              <a:off x="0" y="-47625"/>
              <a:ext cx="459000" cy="187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44" name="Google Shape;34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92398" y="3232787"/>
            <a:ext cx="4555162" cy="143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7"/>
          <p:cNvSpPr txBox="1"/>
          <p:nvPr/>
        </p:nvSpPr>
        <p:spPr>
          <a:xfrm>
            <a:off x="3070250" y="4613575"/>
            <a:ext cx="8874600" cy="19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0">
                <a:solidFill>
                  <a:schemeClr val="lt1"/>
                </a:solidFill>
                <a:latin typeface="Padauk"/>
                <a:ea typeface="Padauk"/>
                <a:cs typeface="Padauk"/>
                <a:sym typeface="Padauk"/>
              </a:rPr>
              <a:t>Any Questions?</a:t>
            </a:r>
            <a:endParaRPr sz="9000">
              <a:solidFill>
                <a:schemeClr val="lt1"/>
              </a:solidFill>
              <a:latin typeface="Padauk"/>
              <a:ea typeface="Padauk"/>
              <a:cs typeface="Padauk"/>
              <a:sym typeface="Padau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rnational Banking Day Presentation">
  <a:themeElements>
    <a:clrScheme name="Office">
      <a:dk1>
        <a:srgbClr val="EDC253"/>
      </a:dk1>
      <a:lt1>
        <a:srgbClr val="FFFFFF"/>
      </a:lt1>
      <a:dk2>
        <a:srgbClr val="888888"/>
      </a:dk2>
      <a:lt2>
        <a:srgbClr val="FFE67A"/>
      </a:lt2>
      <a:accent1>
        <a:srgbClr val="134C4D"/>
      </a:accent1>
      <a:accent2>
        <a:srgbClr val="890540"/>
      </a:accent2>
      <a:accent3>
        <a:srgbClr val="888888"/>
      </a:accent3>
      <a:accent4>
        <a:srgbClr val="EDC253"/>
      </a:accent4>
      <a:accent5>
        <a:srgbClr val="FFE67A"/>
      </a:accent5>
      <a:accent6>
        <a:srgbClr val="134C4D"/>
      </a:accent6>
      <a:hlink>
        <a:srgbClr val="89054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